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7" d="100"/>
          <a:sy n="57" d="100"/>
        </p:scale>
        <p:origin x="9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1BAD1-4D2D-A497-3045-48FF2A9FA6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E61797-273E-A3E9-562C-00AB4EB71F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E3B9B-FA22-8A4C-A2F0-9C30E039F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D475-CCA0-4EE1-80E2-E46E2851FDFA}" type="datetimeFigureOut">
              <a:rPr lang="en-US" smtClean="0"/>
              <a:t>3/10/2025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EBB0B-6116-6ABC-2902-EB4CBA5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6A919A-F54A-D805-56DD-012A61A9F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81332-5EDB-428E-AEC1-B4FDF134F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369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90D0A-6CF1-8B39-6614-25A4D60FE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D6E0B2-1A7D-0137-AB80-3215612FE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91739-C82C-7404-B326-B92563C0D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D475-CCA0-4EE1-80E2-E46E2851FDFA}" type="datetimeFigureOut">
              <a:rPr lang="en-US" smtClean="0"/>
              <a:t>3/10/2025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E174F2-9D7D-C1AB-16A4-0E918408C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E1254C-368D-D067-B1DF-B7595AD3A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81332-5EDB-428E-AEC1-B4FDF134F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130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859B-0E12-7B10-DE40-6C6DF2446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4B64C4-7CC4-7F5F-B3CE-1DA2CE234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5D766E-8446-EE7E-649B-CC007E8CC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D475-CCA0-4EE1-80E2-E46E2851FDFA}" type="datetimeFigureOut">
              <a:rPr lang="en-US" smtClean="0"/>
              <a:t>3/10/2025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39EB5D-7E55-E646-2361-8AEABD439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43E8B0-69DF-60BA-2561-6084DA914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81332-5EDB-428E-AEC1-B4FDF134F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223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24E47-D2FF-F45E-1C2A-FAE50C8F4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FEDE9-72CF-32B0-4316-7F467298A7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4AAB2E-9603-4C68-ED7C-B67F1AAD7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03CE51-8D58-CB20-D096-970CEFCD6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D475-CCA0-4EE1-80E2-E46E2851FDFA}" type="datetimeFigureOut">
              <a:rPr lang="en-US" smtClean="0"/>
              <a:t>3/10/2025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6F7EB6-3246-E8B0-AC95-C5A8F7B59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F0B290-FCF5-215E-3591-0DF096FC2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81332-5EDB-428E-AEC1-B4FDF134F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57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E8819-7226-0DCC-500C-7B0BB9254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BF6CF2-8258-D6F4-5667-83F65A2FC0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C76062-A386-1240-10A7-62AF167931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1677E5-5157-DA31-F4C3-2F9B7DEC9E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2158BA-B877-CCB1-72C0-462C25BB42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6CF36A-9484-918A-EAEE-50EE4D9DC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D475-CCA0-4EE1-80E2-E46E2851FDFA}" type="datetimeFigureOut">
              <a:rPr lang="en-US" smtClean="0"/>
              <a:t>3/10/2025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87F389-D644-D082-4401-0F0D723F9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C0F9-49DD-2126-0B22-CCC4FEAE2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81332-5EDB-428E-AEC1-B4FDF134F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520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12CA1-21EE-CF53-618A-D0DD89BAF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1D52F4-502E-C8BE-4A1C-FED97A49A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D475-CCA0-4EE1-80E2-E46E2851FDFA}" type="datetimeFigureOut">
              <a:rPr lang="en-US" smtClean="0"/>
              <a:t>3/10/2025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092D0A-7CCD-9108-6A73-FE84557F0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86996C-AC3E-0967-5759-850EE9CFF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81332-5EDB-428E-AEC1-B4FDF134F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686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CF6130-5C25-D57D-6470-5AD97253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D475-CCA0-4EE1-80E2-E46E2851FDFA}" type="datetimeFigureOut">
              <a:rPr lang="en-US" smtClean="0"/>
              <a:t>3/10/2025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96DD01-9B8B-1078-7285-806BE98D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9F53D-34BD-D7E8-E583-854F133B3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81332-5EDB-428E-AEC1-B4FDF134F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641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850CA-5A3C-8C66-4DCD-586266C57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D8A2E-9803-EB86-1CC0-D07716B8A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71C622-41A0-531E-9319-070CCE848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419A0E-B0FC-6866-644C-D6123399B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D475-CCA0-4EE1-80E2-E46E2851FDFA}" type="datetimeFigureOut">
              <a:rPr lang="en-US" smtClean="0"/>
              <a:t>3/10/2025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21CAE3-9C8E-857C-BF22-8F631876A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D55F06-5563-3EAC-9177-EB0E4038B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81332-5EDB-428E-AEC1-B4FDF134F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65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C9C5F-8446-B97A-4E2B-3B1650E26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A1D065-EADE-4978-875D-A598F225A8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82D48-32A6-8770-A685-ED318B69A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60A6B9-4630-91CA-A5F8-415AB3678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D475-CCA0-4EE1-80E2-E46E2851FDFA}" type="datetimeFigureOut">
              <a:rPr lang="en-US" smtClean="0"/>
              <a:t>3/10/2025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B45021-9973-470D-928F-3D47D72FE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8861B-F138-375C-FAE0-D3DE635D2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81332-5EDB-428E-AEC1-B4FDF134F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40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C6E01-826B-E1A6-21BE-ED7B51998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7F3881-10C2-8351-3BFC-4CBD0AF3CD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18006-EFA6-A134-4000-33C925C2E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D475-CCA0-4EE1-80E2-E46E2851FDFA}" type="datetimeFigureOut">
              <a:rPr lang="en-US" smtClean="0"/>
              <a:t>3/10/2025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0D494-309E-4923-6A0B-25A60F85D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B1468-59F0-F57C-36BF-EA9985C0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81332-5EDB-428E-AEC1-B4FDF134F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624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D25E13-9242-DB44-E59A-BBEFB0D924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4D2124-BEF6-6C5E-50E0-1BEFA438E3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6564F-2F26-B8E4-6E95-8AB0E5966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D475-CCA0-4EE1-80E2-E46E2851FDFA}" type="datetimeFigureOut">
              <a:rPr lang="en-US" smtClean="0"/>
              <a:t>3/10/2025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90DF1-9BBD-B713-96B0-18D49EB46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7B3464-2B18-1396-D925-1CC63AFD0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81332-5EDB-428E-AEC1-B4FDF134F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561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275262-2F97-9426-73B3-A70DF2949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BEC078-B6BE-31AD-06CD-27A08B650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CD903-CD95-02E2-AEE8-0C0B9BC6F9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57D475-CCA0-4EE1-80E2-E46E2851FDFA}" type="datetimeFigureOut">
              <a:rPr lang="en-US" smtClean="0"/>
              <a:t>3/10/2025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FD783A-2901-7F78-9463-8F2BF1C789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8F835-4171-D65E-03CE-542D4A33A1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181332-5EDB-428E-AEC1-B4FDF134F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160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42B57DE-A815-1D66-004D-20DA6F93E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65"/>
            <a:ext cx="11050859" cy="68627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06A8B8-AFBB-B0B1-5DC8-1FE96CE0B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834" y="106747"/>
            <a:ext cx="2408664" cy="2951248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F34A666-3D55-BEA0-0AC2-E81861BBAF14}"/>
              </a:ext>
            </a:extLst>
          </p:cNvPr>
          <p:cNvCxnSpPr>
            <a:cxnSpLocks/>
          </p:cNvCxnSpPr>
          <p:nvPr/>
        </p:nvCxnSpPr>
        <p:spPr>
          <a:xfrm>
            <a:off x="1315844" y="3702205"/>
            <a:ext cx="702527" cy="802888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DDFB1C-A567-111E-76FA-9D9ABF87E965}"/>
              </a:ext>
            </a:extLst>
          </p:cNvPr>
          <p:cNvSpPr txBox="1"/>
          <p:nvPr/>
        </p:nvSpPr>
        <p:spPr>
          <a:xfrm>
            <a:off x="366131" y="2821258"/>
            <a:ext cx="17507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Hudson Mills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CC593E-BA4C-54CD-0246-54F219BAF22F}"/>
              </a:ext>
            </a:extLst>
          </p:cNvPr>
          <p:cNvSpPr txBox="1"/>
          <p:nvPr/>
        </p:nvSpPr>
        <p:spPr>
          <a:xfrm>
            <a:off x="3334215" y="4181708"/>
            <a:ext cx="14496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Island Lake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553DF0B-3453-0D8F-382F-83F0B963AEFD}"/>
              </a:ext>
            </a:extLst>
          </p:cNvPr>
          <p:cNvCxnSpPr>
            <a:cxnSpLocks/>
          </p:cNvCxnSpPr>
          <p:nvPr/>
        </p:nvCxnSpPr>
        <p:spPr>
          <a:xfrm flipH="1" flipV="1">
            <a:off x="3546088" y="3454358"/>
            <a:ext cx="100361" cy="794257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064B755-4784-6631-4AFE-E8995F39F4E4}"/>
              </a:ext>
            </a:extLst>
          </p:cNvPr>
          <p:cNvSpPr txBox="1"/>
          <p:nvPr/>
        </p:nvSpPr>
        <p:spPr>
          <a:xfrm>
            <a:off x="931127" y="2233921"/>
            <a:ext cx="21744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Kensington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6F826EB-D06C-EDFA-0EAD-92D38BFCB5F6}"/>
              </a:ext>
            </a:extLst>
          </p:cNvPr>
          <p:cNvCxnSpPr>
            <a:cxnSpLocks/>
          </p:cNvCxnSpPr>
          <p:nvPr/>
        </p:nvCxnSpPr>
        <p:spPr>
          <a:xfrm>
            <a:off x="2968084" y="2657784"/>
            <a:ext cx="824260" cy="328675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0335693-56D3-00F7-A233-E55618DAC06C}"/>
              </a:ext>
            </a:extLst>
          </p:cNvPr>
          <p:cNvSpPr txBox="1"/>
          <p:nvPr/>
        </p:nvSpPr>
        <p:spPr>
          <a:xfrm>
            <a:off x="4763431" y="3246786"/>
            <a:ext cx="13325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Proud Lake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F78640A-DDCD-B72C-6079-122FDAE07E2B}"/>
              </a:ext>
            </a:extLst>
          </p:cNvPr>
          <p:cNvCxnSpPr>
            <a:cxnSpLocks/>
          </p:cNvCxnSpPr>
          <p:nvPr/>
        </p:nvCxnSpPr>
        <p:spPr>
          <a:xfrm flipH="1" flipV="1">
            <a:off x="4909326" y="2657784"/>
            <a:ext cx="166339" cy="589002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AC613DE-7E7B-904A-53A0-955196EF20B5}"/>
              </a:ext>
            </a:extLst>
          </p:cNvPr>
          <p:cNvSpPr txBox="1"/>
          <p:nvPr/>
        </p:nvSpPr>
        <p:spPr>
          <a:xfrm>
            <a:off x="1895707" y="1100118"/>
            <a:ext cx="180370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Highland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9D29076-81D6-85C2-A67F-07349C01EEE0}"/>
              </a:ext>
            </a:extLst>
          </p:cNvPr>
          <p:cNvCxnSpPr>
            <a:cxnSpLocks/>
          </p:cNvCxnSpPr>
          <p:nvPr/>
        </p:nvCxnSpPr>
        <p:spPr>
          <a:xfrm>
            <a:off x="3568390" y="1582371"/>
            <a:ext cx="959005" cy="250073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ECCC7F3-51B6-9B1E-A972-8081A62B9118}"/>
              </a:ext>
            </a:extLst>
          </p:cNvPr>
          <p:cNvSpPr txBox="1"/>
          <p:nvPr/>
        </p:nvSpPr>
        <p:spPr>
          <a:xfrm>
            <a:off x="5504986" y="1970796"/>
            <a:ext cx="153143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Pontiac Lake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4945958-4DED-0CCD-49C6-F78FD4D4E8A5}"/>
              </a:ext>
            </a:extLst>
          </p:cNvPr>
          <p:cNvCxnSpPr>
            <a:cxnSpLocks/>
          </p:cNvCxnSpPr>
          <p:nvPr/>
        </p:nvCxnSpPr>
        <p:spPr>
          <a:xfrm flipH="1" flipV="1">
            <a:off x="5335858" y="1657274"/>
            <a:ext cx="259265" cy="313522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0A05D0D-F976-F97D-56EE-7648C270A3DE}"/>
              </a:ext>
            </a:extLst>
          </p:cNvPr>
          <p:cNvSpPr txBox="1"/>
          <p:nvPr/>
        </p:nvSpPr>
        <p:spPr>
          <a:xfrm>
            <a:off x="3345829" y="-45708"/>
            <a:ext cx="14766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Indian Springs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579175B-177C-45AA-EAAA-5779C579477B}"/>
              </a:ext>
            </a:extLst>
          </p:cNvPr>
          <p:cNvCxnSpPr>
            <a:cxnSpLocks/>
          </p:cNvCxnSpPr>
          <p:nvPr/>
        </p:nvCxnSpPr>
        <p:spPr>
          <a:xfrm>
            <a:off x="4752509" y="847493"/>
            <a:ext cx="323156" cy="382789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8864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12</Words>
  <Application>Microsoft Office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Aaron Tayal</dc:creator>
  <cp:lastModifiedBy>Aaron Tayal</cp:lastModifiedBy>
  <cp:revision>1</cp:revision>
  <dcterms:created xsi:type="dcterms:W3CDTF">2025-03-10T17:49:27Z</dcterms:created>
  <dcterms:modified xsi:type="dcterms:W3CDTF">2025-03-10T18:01:08Z</dcterms:modified>
</cp:coreProperties>
</file>