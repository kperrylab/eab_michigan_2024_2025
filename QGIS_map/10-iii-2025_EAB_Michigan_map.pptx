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10972800" cy="4022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E1A560-7D8A-4443-A5B7-A91026691F57}" v="17" dt="2025-07-30T15:14:23.1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2688" y="1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Tayal" userId="32f02f1096a9313f" providerId="LiveId" clId="{05E1A560-7D8A-4443-A5B7-A91026691F57}"/>
    <pc:docChg chg="undo custSel addSld modSld modMainMaster">
      <pc:chgData name="Aaron Tayal" userId="32f02f1096a9313f" providerId="LiveId" clId="{05E1A560-7D8A-4443-A5B7-A91026691F57}" dt="2025-07-30T15:14:40.562" v="60" actId="1076"/>
      <pc:docMkLst>
        <pc:docMk/>
      </pc:docMkLst>
      <pc:sldChg chg="addSp modSp">
        <pc:chgData name="Aaron Tayal" userId="32f02f1096a9313f" providerId="LiveId" clId="{05E1A560-7D8A-4443-A5B7-A91026691F57}" dt="2025-07-30T15:12:49.791" v="47"/>
        <pc:sldMkLst>
          <pc:docMk/>
          <pc:sldMk cId="998864229" sldId="256"/>
        </pc:sldMkLst>
        <pc:spChg chg="mod">
          <ac:chgData name="Aaron Tayal" userId="32f02f1096a9313f" providerId="LiveId" clId="{05E1A560-7D8A-4443-A5B7-A91026691F57}" dt="2025-07-30T15:12:49.791" v="47"/>
          <ac:spMkLst>
            <pc:docMk/>
            <pc:sldMk cId="998864229" sldId="256"/>
            <ac:spMk id="11" creationId="{6CDDFB1C-A567-111E-76FA-9D9ABF87E965}"/>
          </ac:spMkLst>
        </pc:spChg>
        <pc:spChg chg="mod">
          <ac:chgData name="Aaron Tayal" userId="32f02f1096a9313f" providerId="LiveId" clId="{05E1A560-7D8A-4443-A5B7-A91026691F57}" dt="2025-07-30T15:12:49.791" v="47"/>
          <ac:spMkLst>
            <pc:docMk/>
            <pc:sldMk cId="998864229" sldId="256"/>
            <ac:spMk id="14" creationId="{BFCC593E-BA4C-54CD-0246-54F219BAF22F}"/>
          </ac:spMkLst>
        </pc:spChg>
        <pc:spChg chg="mod">
          <ac:chgData name="Aaron Tayal" userId="32f02f1096a9313f" providerId="LiveId" clId="{05E1A560-7D8A-4443-A5B7-A91026691F57}" dt="2025-07-30T15:12:49.791" v="47"/>
          <ac:spMkLst>
            <pc:docMk/>
            <pc:sldMk cId="998864229" sldId="256"/>
            <ac:spMk id="19" creationId="{7064B755-4784-6631-4AFE-E8995F39F4E4}"/>
          </ac:spMkLst>
        </pc:spChg>
        <pc:spChg chg="mod">
          <ac:chgData name="Aaron Tayal" userId="32f02f1096a9313f" providerId="LiveId" clId="{05E1A560-7D8A-4443-A5B7-A91026691F57}" dt="2025-07-30T15:12:49.791" v="47"/>
          <ac:spMkLst>
            <pc:docMk/>
            <pc:sldMk cId="998864229" sldId="256"/>
            <ac:spMk id="23" creationId="{F0335693-56D3-00F7-A233-E55618DAC06C}"/>
          </ac:spMkLst>
        </pc:spChg>
        <pc:spChg chg="mod">
          <ac:chgData name="Aaron Tayal" userId="32f02f1096a9313f" providerId="LiveId" clId="{05E1A560-7D8A-4443-A5B7-A91026691F57}" dt="2025-07-30T15:12:49.791" v="47"/>
          <ac:spMkLst>
            <pc:docMk/>
            <pc:sldMk cId="998864229" sldId="256"/>
            <ac:spMk id="28" creationId="{6AC613DE-7E7B-904A-53A0-955196EF20B5}"/>
          </ac:spMkLst>
        </pc:spChg>
        <pc:spChg chg="mod">
          <ac:chgData name="Aaron Tayal" userId="32f02f1096a9313f" providerId="LiveId" clId="{05E1A560-7D8A-4443-A5B7-A91026691F57}" dt="2025-07-30T15:12:49.791" v="47"/>
          <ac:spMkLst>
            <pc:docMk/>
            <pc:sldMk cId="998864229" sldId="256"/>
            <ac:spMk id="35" creationId="{CECCC7F3-51B6-9B1E-A972-8081A62B9118}"/>
          </ac:spMkLst>
        </pc:spChg>
        <pc:spChg chg="mod">
          <ac:chgData name="Aaron Tayal" userId="32f02f1096a9313f" providerId="LiveId" clId="{05E1A560-7D8A-4443-A5B7-A91026691F57}" dt="2025-07-30T15:12:49.791" v="47"/>
          <ac:spMkLst>
            <pc:docMk/>
            <pc:sldMk cId="998864229" sldId="256"/>
            <ac:spMk id="38" creationId="{20A05D0D-F976-F97D-56EE-7648C270A3DE}"/>
          </ac:spMkLst>
        </pc:spChg>
        <pc:grpChg chg="add mod">
          <ac:chgData name="Aaron Tayal" userId="32f02f1096a9313f" providerId="LiveId" clId="{05E1A560-7D8A-4443-A5B7-A91026691F57}" dt="2025-07-30T15:12:49.791" v="47"/>
          <ac:grpSpMkLst>
            <pc:docMk/>
            <pc:sldMk cId="998864229" sldId="256"/>
            <ac:grpSpMk id="2" creationId="{AC099D96-47FB-165A-73CC-B480D9D2A39E}"/>
          </ac:grpSpMkLst>
        </pc:grpChg>
        <pc:picChg chg="mod">
          <ac:chgData name="Aaron Tayal" userId="32f02f1096a9313f" providerId="LiveId" clId="{05E1A560-7D8A-4443-A5B7-A91026691F57}" dt="2025-07-30T15:12:49.791" v="47"/>
          <ac:picMkLst>
            <pc:docMk/>
            <pc:sldMk cId="998864229" sldId="256"/>
            <ac:picMk id="5" creationId="{A42B57DE-A815-1D66-004D-20DA6F93E3A9}"/>
          </ac:picMkLst>
        </pc:picChg>
        <pc:picChg chg="mod">
          <ac:chgData name="Aaron Tayal" userId="32f02f1096a9313f" providerId="LiveId" clId="{05E1A560-7D8A-4443-A5B7-A91026691F57}" dt="2025-07-30T15:12:49.791" v="47"/>
          <ac:picMkLst>
            <pc:docMk/>
            <pc:sldMk cId="998864229" sldId="256"/>
            <ac:picMk id="7" creationId="{6C06A8B8-AFBB-B0B1-5DC8-1FE96CE0BA25}"/>
          </ac:picMkLst>
        </pc:picChg>
      </pc:sldChg>
      <pc:sldChg chg="addSp delSp modSp new mod">
        <pc:chgData name="Aaron Tayal" userId="32f02f1096a9313f" providerId="LiveId" clId="{05E1A560-7D8A-4443-A5B7-A91026691F57}" dt="2025-07-30T15:14:40.562" v="60" actId="1076"/>
        <pc:sldMkLst>
          <pc:docMk/>
          <pc:sldMk cId="2146387759" sldId="257"/>
        </pc:sldMkLst>
        <pc:spChg chg="mod">
          <ac:chgData name="Aaron Tayal" userId="32f02f1096a9313f" providerId="LiveId" clId="{05E1A560-7D8A-4443-A5B7-A91026691F57}" dt="2025-07-30T15:12:49.791" v="47"/>
          <ac:spMkLst>
            <pc:docMk/>
            <pc:sldMk cId="2146387759" sldId="257"/>
            <ac:spMk id="7" creationId="{501FD689-D96A-9C90-D439-A3CBD35E3912}"/>
          </ac:spMkLst>
        </pc:spChg>
        <pc:spChg chg="mod">
          <ac:chgData name="Aaron Tayal" userId="32f02f1096a9313f" providerId="LiveId" clId="{05E1A560-7D8A-4443-A5B7-A91026691F57}" dt="2025-07-30T15:12:49.791" v="47"/>
          <ac:spMkLst>
            <pc:docMk/>
            <pc:sldMk cId="2146387759" sldId="257"/>
            <ac:spMk id="8" creationId="{AE3949EF-52C1-1EF3-B611-1F72A42FD5E2}"/>
          </ac:spMkLst>
        </pc:spChg>
        <pc:spChg chg="mod">
          <ac:chgData name="Aaron Tayal" userId="32f02f1096a9313f" providerId="LiveId" clId="{05E1A560-7D8A-4443-A5B7-A91026691F57}" dt="2025-07-30T15:12:49.791" v="47"/>
          <ac:spMkLst>
            <pc:docMk/>
            <pc:sldMk cId="2146387759" sldId="257"/>
            <ac:spMk id="10" creationId="{5EE90897-5B2F-7FE5-226F-D9DBC3A2947C}"/>
          </ac:spMkLst>
        </pc:spChg>
        <pc:spChg chg="mod">
          <ac:chgData name="Aaron Tayal" userId="32f02f1096a9313f" providerId="LiveId" clId="{05E1A560-7D8A-4443-A5B7-A91026691F57}" dt="2025-07-30T15:12:49.791" v="47"/>
          <ac:spMkLst>
            <pc:docMk/>
            <pc:sldMk cId="2146387759" sldId="257"/>
            <ac:spMk id="12" creationId="{D4D09C67-4E53-1CAB-80E4-6AC9AE4CB63D}"/>
          </ac:spMkLst>
        </pc:spChg>
        <pc:spChg chg="mod">
          <ac:chgData name="Aaron Tayal" userId="32f02f1096a9313f" providerId="LiveId" clId="{05E1A560-7D8A-4443-A5B7-A91026691F57}" dt="2025-07-30T15:12:49.791" v="47"/>
          <ac:spMkLst>
            <pc:docMk/>
            <pc:sldMk cId="2146387759" sldId="257"/>
            <ac:spMk id="14" creationId="{2A30F5EB-552E-23CC-D0AF-272639028D9B}"/>
          </ac:spMkLst>
        </pc:spChg>
        <pc:spChg chg="mod">
          <ac:chgData name="Aaron Tayal" userId="32f02f1096a9313f" providerId="LiveId" clId="{05E1A560-7D8A-4443-A5B7-A91026691F57}" dt="2025-07-30T15:12:49.791" v="47"/>
          <ac:spMkLst>
            <pc:docMk/>
            <pc:sldMk cId="2146387759" sldId="257"/>
            <ac:spMk id="16" creationId="{1BCA0FCA-F4E9-DC6D-9D0E-9AE7447CDF12}"/>
          </ac:spMkLst>
        </pc:spChg>
        <pc:spChg chg="mod">
          <ac:chgData name="Aaron Tayal" userId="32f02f1096a9313f" providerId="LiveId" clId="{05E1A560-7D8A-4443-A5B7-A91026691F57}" dt="2025-07-30T15:12:49.791" v="47"/>
          <ac:spMkLst>
            <pc:docMk/>
            <pc:sldMk cId="2146387759" sldId="257"/>
            <ac:spMk id="18" creationId="{EABF31F4-AE94-97A6-DF2F-B08425516443}"/>
          </ac:spMkLst>
        </pc:spChg>
        <pc:spChg chg="add mod">
          <ac:chgData name="Aaron Tayal" userId="32f02f1096a9313f" providerId="LiveId" clId="{05E1A560-7D8A-4443-A5B7-A91026691F57}" dt="2025-07-30T15:14:33.752" v="59" actId="1076"/>
          <ac:spMkLst>
            <pc:docMk/>
            <pc:sldMk cId="2146387759" sldId="257"/>
            <ac:spMk id="23" creationId="{E5BBD61E-32DE-AC9E-B967-DCABE5235DBF}"/>
          </ac:spMkLst>
        </pc:spChg>
        <pc:spChg chg="add mod">
          <ac:chgData name="Aaron Tayal" userId="32f02f1096a9313f" providerId="LiveId" clId="{05E1A560-7D8A-4443-A5B7-A91026691F57}" dt="2025-07-30T15:14:40.562" v="60" actId="1076"/>
          <ac:spMkLst>
            <pc:docMk/>
            <pc:sldMk cId="2146387759" sldId="257"/>
            <ac:spMk id="24" creationId="{1D5BB292-7F36-76BA-D34B-8C939639C181}"/>
          </ac:spMkLst>
        </pc:spChg>
        <pc:grpChg chg="add mod">
          <ac:chgData name="Aaron Tayal" userId="32f02f1096a9313f" providerId="LiveId" clId="{05E1A560-7D8A-4443-A5B7-A91026691F57}" dt="2025-07-30T15:14:33.752" v="59" actId="1076"/>
          <ac:grpSpMkLst>
            <pc:docMk/>
            <pc:sldMk cId="2146387759" sldId="257"/>
            <ac:grpSpMk id="3" creationId="{CFF600C8-DDB3-55FB-DB9F-8F220CC607B5}"/>
          </ac:grpSpMkLst>
        </pc:grpChg>
        <pc:picChg chg="add del mod">
          <ac:chgData name="Aaron Tayal" userId="32f02f1096a9313f" providerId="LiveId" clId="{05E1A560-7D8A-4443-A5B7-A91026691F57}" dt="2025-07-30T14:56:12.319" v="3" actId="478"/>
          <ac:picMkLst>
            <pc:docMk/>
            <pc:sldMk cId="2146387759" sldId="257"/>
            <ac:picMk id="2" creationId="{346C9752-0557-CC37-E992-8CCF2EBF5E5B}"/>
          </ac:picMkLst>
        </pc:picChg>
        <pc:picChg chg="mod">
          <ac:chgData name="Aaron Tayal" userId="32f02f1096a9313f" providerId="LiveId" clId="{05E1A560-7D8A-4443-A5B7-A91026691F57}" dt="2025-07-30T14:56:23.400" v="6" actId="14100"/>
          <ac:picMkLst>
            <pc:docMk/>
            <pc:sldMk cId="2146387759" sldId="257"/>
            <ac:picMk id="4" creationId="{83DCFE33-6131-37E5-EF7C-0C61F49BB93C}"/>
          </ac:picMkLst>
        </pc:picChg>
        <pc:picChg chg="mod">
          <ac:chgData name="Aaron Tayal" userId="32f02f1096a9313f" providerId="LiveId" clId="{05E1A560-7D8A-4443-A5B7-A91026691F57}" dt="2025-07-30T15:12:49.791" v="47"/>
          <ac:picMkLst>
            <pc:docMk/>
            <pc:sldMk cId="2146387759" sldId="257"/>
            <ac:picMk id="5" creationId="{CB91D0F5-267D-5B90-5C42-3C854DA6FE63}"/>
          </ac:picMkLst>
        </pc:picChg>
        <pc:picChg chg="add del mod">
          <ac:chgData name="Aaron Tayal" userId="32f02f1096a9313f" providerId="LiveId" clId="{05E1A560-7D8A-4443-A5B7-A91026691F57}" dt="2025-07-30T14:57:23.807" v="19" actId="478"/>
          <ac:picMkLst>
            <pc:docMk/>
            <pc:sldMk cId="2146387759" sldId="257"/>
            <ac:picMk id="20" creationId="{607FF83B-884B-C74D-634A-24B9CCB556D2}"/>
          </ac:picMkLst>
        </pc:picChg>
        <pc:picChg chg="add mod">
          <ac:chgData name="Aaron Tayal" userId="32f02f1096a9313f" providerId="LiveId" clId="{05E1A560-7D8A-4443-A5B7-A91026691F57}" dt="2025-07-30T15:14:40.562" v="60" actId="1076"/>
          <ac:picMkLst>
            <pc:docMk/>
            <pc:sldMk cId="2146387759" sldId="257"/>
            <ac:picMk id="22" creationId="{6C9C4AE0-7B2C-A09E-7373-82DD66B50C11}"/>
          </ac:picMkLst>
        </pc:picChg>
      </pc:sldChg>
      <pc:sldMasterChg chg="modSp modSldLayout">
        <pc:chgData name="Aaron Tayal" userId="32f02f1096a9313f" providerId="LiveId" clId="{05E1A560-7D8A-4443-A5B7-A91026691F57}" dt="2025-07-30T15:11:45.365" v="45"/>
        <pc:sldMasterMkLst>
          <pc:docMk/>
          <pc:sldMasterMk cId="3670160359" sldId="2147483648"/>
        </pc:sldMasterMkLst>
        <pc:spChg chg="mod">
          <ac:chgData name="Aaron Tayal" userId="32f02f1096a9313f" providerId="LiveId" clId="{05E1A560-7D8A-4443-A5B7-A91026691F57}" dt="2025-07-30T15:11:45.365" v="45"/>
          <ac:spMkLst>
            <pc:docMk/>
            <pc:sldMasterMk cId="3670160359" sldId="2147483648"/>
            <ac:spMk id="2" creationId="{0F275262-2F97-9426-73B3-A70DF2949AB4}"/>
          </ac:spMkLst>
        </pc:spChg>
        <pc:spChg chg="mod">
          <ac:chgData name="Aaron Tayal" userId="32f02f1096a9313f" providerId="LiveId" clId="{05E1A560-7D8A-4443-A5B7-A91026691F57}" dt="2025-07-30T15:11:45.365" v="45"/>
          <ac:spMkLst>
            <pc:docMk/>
            <pc:sldMasterMk cId="3670160359" sldId="2147483648"/>
            <ac:spMk id="3" creationId="{4CBEC078-B6BE-31AD-06CD-27A08B650D85}"/>
          </ac:spMkLst>
        </pc:spChg>
        <pc:spChg chg="mod">
          <ac:chgData name="Aaron Tayal" userId="32f02f1096a9313f" providerId="LiveId" clId="{05E1A560-7D8A-4443-A5B7-A91026691F57}" dt="2025-07-30T15:11:45.365" v="45"/>
          <ac:spMkLst>
            <pc:docMk/>
            <pc:sldMasterMk cId="3670160359" sldId="2147483648"/>
            <ac:spMk id="4" creationId="{C50CD903-CD95-02E2-AEE8-0C0B9BC6F905}"/>
          </ac:spMkLst>
        </pc:spChg>
        <pc:spChg chg="mod">
          <ac:chgData name="Aaron Tayal" userId="32f02f1096a9313f" providerId="LiveId" clId="{05E1A560-7D8A-4443-A5B7-A91026691F57}" dt="2025-07-30T15:11:45.365" v="45"/>
          <ac:spMkLst>
            <pc:docMk/>
            <pc:sldMasterMk cId="3670160359" sldId="2147483648"/>
            <ac:spMk id="5" creationId="{4EFD783A-2901-7F78-9463-8F2BF1C789B3}"/>
          </ac:spMkLst>
        </pc:spChg>
        <pc:spChg chg="mod">
          <ac:chgData name="Aaron Tayal" userId="32f02f1096a9313f" providerId="LiveId" clId="{05E1A560-7D8A-4443-A5B7-A91026691F57}" dt="2025-07-30T15:11:45.365" v="45"/>
          <ac:spMkLst>
            <pc:docMk/>
            <pc:sldMasterMk cId="3670160359" sldId="2147483648"/>
            <ac:spMk id="6" creationId="{4F78F835-4171-D65E-03CE-542D4A33A109}"/>
          </ac:spMkLst>
        </pc:spChg>
        <pc:sldLayoutChg chg="modSp">
          <pc:chgData name="Aaron Tayal" userId="32f02f1096a9313f" providerId="LiveId" clId="{05E1A560-7D8A-4443-A5B7-A91026691F57}" dt="2025-07-30T15:11:45.365" v="45"/>
          <pc:sldLayoutMkLst>
            <pc:docMk/>
            <pc:sldMasterMk cId="3670160359" sldId="2147483648"/>
            <pc:sldLayoutMk cId="1449369312" sldId="2147483649"/>
          </pc:sldLayoutMkLst>
          <pc:spChg chg="mod">
            <ac:chgData name="Aaron Tayal" userId="32f02f1096a9313f" providerId="LiveId" clId="{05E1A560-7D8A-4443-A5B7-A91026691F57}" dt="2025-07-30T15:11:45.365" v="45"/>
            <ac:spMkLst>
              <pc:docMk/>
              <pc:sldMasterMk cId="3670160359" sldId="2147483648"/>
              <pc:sldLayoutMk cId="1449369312" sldId="2147483649"/>
              <ac:spMk id="2" creationId="{9A71BAD1-4D2D-A497-3045-48FF2A9FA6B1}"/>
            </ac:spMkLst>
          </pc:spChg>
          <pc:spChg chg="mod">
            <ac:chgData name="Aaron Tayal" userId="32f02f1096a9313f" providerId="LiveId" clId="{05E1A560-7D8A-4443-A5B7-A91026691F57}" dt="2025-07-30T15:11:45.365" v="45"/>
            <ac:spMkLst>
              <pc:docMk/>
              <pc:sldMasterMk cId="3670160359" sldId="2147483648"/>
              <pc:sldLayoutMk cId="1449369312" sldId="2147483649"/>
              <ac:spMk id="3" creationId="{08E61797-273E-A3E9-562C-00AB4EB71FB2}"/>
            </ac:spMkLst>
          </pc:spChg>
        </pc:sldLayoutChg>
        <pc:sldLayoutChg chg="modSp">
          <pc:chgData name="Aaron Tayal" userId="32f02f1096a9313f" providerId="LiveId" clId="{05E1A560-7D8A-4443-A5B7-A91026691F57}" dt="2025-07-30T15:11:45.365" v="45"/>
          <pc:sldLayoutMkLst>
            <pc:docMk/>
            <pc:sldMasterMk cId="3670160359" sldId="2147483648"/>
            <pc:sldLayoutMk cId="2838223893" sldId="2147483651"/>
          </pc:sldLayoutMkLst>
          <pc:spChg chg="mod">
            <ac:chgData name="Aaron Tayal" userId="32f02f1096a9313f" providerId="LiveId" clId="{05E1A560-7D8A-4443-A5B7-A91026691F57}" dt="2025-07-30T15:11:45.365" v="45"/>
            <ac:spMkLst>
              <pc:docMk/>
              <pc:sldMasterMk cId="3670160359" sldId="2147483648"/>
              <pc:sldLayoutMk cId="2838223893" sldId="2147483651"/>
              <ac:spMk id="2" creationId="{BDFE859B-0E12-7B10-DE40-6C6DF2446D22}"/>
            </ac:spMkLst>
          </pc:spChg>
          <pc:spChg chg="mod">
            <ac:chgData name="Aaron Tayal" userId="32f02f1096a9313f" providerId="LiveId" clId="{05E1A560-7D8A-4443-A5B7-A91026691F57}" dt="2025-07-30T15:11:45.365" v="45"/>
            <ac:spMkLst>
              <pc:docMk/>
              <pc:sldMasterMk cId="3670160359" sldId="2147483648"/>
              <pc:sldLayoutMk cId="2838223893" sldId="2147483651"/>
              <ac:spMk id="3" creationId="{074B64C4-7CC4-7F5F-B3CE-1DA2CE2346E9}"/>
            </ac:spMkLst>
          </pc:spChg>
        </pc:sldLayoutChg>
        <pc:sldLayoutChg chg="modSp">
          <pc:chgData name="Aaron Tayal" userId="32f02f1096a9313f" providerId="LiveId" clId="{05E1A560-7D8A-4443-A5B7-A91026691F57}" dt="2025-07-30T15:11:45.365" v="45"/>
          <pc:sldLayoutMkLst>
            <pc:docMk/>
            <pc:sldMasterMk cId="3670160359" sldId="2147483648"/>
            <pc:sldLayoutMk cId="3033657974" sldId="2147483652"/>
          </pc:sldLayoutMkLst>
          <pc:spChg chg="mod">
            <ac:chgData name="Aaron Tayal" userId="32f02f1096a9313f" providerId="LiveId" clId="{05E1A560-7D8A-4443-A5B7-A91026691F57}" dt="2025-07-30T15:11:45.365" v="45"/>
            <ac:spMkLst>
              <pc:docMk/>
              <pc:sldMasterMk cId="3670160359" sldId="2147483648"/>
              <pc:sldLayoutMk cId="3033657974" sldId="2147483652"/>
              <ac:spMk id="3" creationId="{6E5FEDE9-72CF-32B0-4316-7F467298A72F}"/>
            </ac:spMkLst>
          </pc:spChg>
          <pc:spChg chg="mod">
            <ac:chgData name="Aaron Tayal" userId="32f02f1096a9313f" providerId="LiveId" clId="{05E1A560-7D8A-4443-A5B7-A91026691F57}" dt="2025-07-30T15:11:45.365" v="45"/>
            <ac:spMkLst>
              <pc:docMk/>
              <pc:sldMasterMk cId="3670160359" sldId="2147483648"/>
              <pc:sldLayoutMk cId="3033657974" sldId="2147483652"/>
              <ac:spMk id="4" creationId="{6F4AAB2E-9603-4C68-ED7C-B67F1AAD7595}"/>
            </ac:spMkLst>
          </pc:spChg>
        </pc:sldLayoutChg>
        <pc:sldLayoutChg chg="modSp">
          <pc:chgData name="Aaron Tayal" userId="32f02f1096a9313f" providerId="LiveId" clId="{05E1A560-7D8A-4443-A5B7-A91026691F57}" dt="2025-07-30T15:11:45.365" v="45"/>
          <pc:sldLayoutMkLst>
            <pc:docMk/>
            <pc:sldMasterMk cId="3670160359" sldId="2147483648"/>
            <pc:sldLayoutMk cId="2524520801" sldId="2147483653"/>
          </pc:sldLayoutMkLst>
          <pc:spChg chg="mod">
            <ac:chgData name="Aaron Tayal" userId="32f02f1096a9313f" providerId="LiveId" clId="{05E1A560-7D8A-4443-A5B7-A91026691F57}" dt="2025-07-30T15:11:45.365" v="45"/>
            <ac:spMkLst>
              <pc:docMk/>
              <pc:sldMasterMk cId="3670160359" sldId="2147483648"/>
              <pc:sldLayoutMk cId="2524520801" sldId="2147483653"/>
              <ac:spMk id="2" creationId="{16EE8819-7226-0DCC-500C-7B0BB92547F2}"/>
            </ac:spMkLst>
          </pc:spChg>
          <pc:spChg chg="mod">
            <ac:chgData name="Aaron Tayal" userId="32f02f1096a9313f" providerId="LiveId" clId="{05E1A560-7D8A-4443-A5B7-A91026691F57}" dt="2025-07-30T15:11:45.365" v="45"/>
            <ac:spMkLst>
              <pc:docMk/>
              <pc:sldMasterMk cId="3670160359" sldId="2147483648"/>
              <pc:sldLayoutMk cId="2524520801" sldId="2147483653"/>
              <ac:spMk id="3" creationId="{E9BF6CF2-8258-D6F4-5667-83F65A2FC01A}"/>
            </ac:spMkLst>
          </pc:spChg>
          <pc:spChg chg="mod">
            <ac:chgData name="Aaron Tayal" userId="32f02f1096a9313f" providerId="LiveId" clId="{05E1A560-7D8A-4443-A5B7-A91026691F57}" dt="2025-07-30T15:11:45.365" v="45"/>
            <ac:spMkLst>
              <pc:docMk/>
              <pc:sldMasterMk cId="3670160359" sldId="2147483648"/>
              <pc:sldLayoutMk cId="2524520801" sldId="2147483653"/>
              <ac:spMk id="4" creationId="{87C76062-A386-1240-10A7-62AF1679318B}"/>
            </ac:spMkLst>
          </pc:spChg>
          <pc:spChg chg="mod">
            <ac:chgData name="Aaron Tayal" userId="32f02f1096a9313f" providerId="LiveId" clId="{05E1A560-7D8A-4443-A5B7-A91026691F57}" dt="2025-07-30T15:11:45.365" v="45"/>
            <ac:spMkLst>
              <pc:docMk/>
              <pc:sldMasterMk cId="3670160359" sldId="2147483648"/>
              <pc:sldLayoutMk cId="2524520801" sldId="2147483653"/>
              <ac:spMk id="5" creationId="{C91677E5-5157-DA31-F4C3-2F9B7DEC9E8A}"/>
            </ac:spMkLst>
          </pc:spChg>
          <pc:spChg chg="mod">
            <ac:chgData name="Aaron Tayal" userId="32f02f1096a9313f" providerId="LiveId" clId="{05E1A560-7D8A-4443-A5B7-A91026691F57}" dt="2025-07-30T15:11:45.365" v="45"/>
            <ac:spMkLst>
              <pc:docMk/>
              <pc:sldMasterMk cId="3670160359" sldId="2147483648"/>
              <pc:sldLayoutMk cId="2524520801" sldId="2147483653"/>
              <ac:spMk id="6" creationId="{8B2158BA-B877-CCB1-72C0-462C25BB4277}"/>
            </ac:spMkLst>
          </pc:spChg>
        </pc:sldLayoutChg>
        <pc:sldLayoutChg chg="modSp">
          <pc:chgData name="Aaron Tayal" userId="32f02f1096a9313f" providerId="LiveId" clId="{05E1A560-7D8A-4443-A5B7-A91026691F57}" dt="2025-07-30T15:11:45.365" v="45"/>
          <pc:sldLayoutMkLst>
            <pc:docMk/>
            <pc:sldMasterMk cId="3670160359" sldId="2147483648"/>
            <pc:sldLayoutMk cId="284665383" sldId="2147483656"/>
          </pc:sldLayoutMkLst>
          <pc:spChg chg="mod">
            <ac:chgData name="Aaron Tayal" userId="32f02f1096a9313f" providerId="LiveId" clId="{05E1A560-7D8A-4443-A5B7-A91026691F57}" dt="2025-07-30T15:11:45.365" v="45"/>
            <ac:spMkLst>
              <pc:docMk/>
              <pc:sldMasterMk cId="3670160359" sldId="2147483648"/>
              <pc:sldLayoutMk cId="284665383" sldId="2147483656"/>
              <ac:spMk id="2" creationId="{6F4850CA-5A3C-8C66-4DCD-586266C575C1}"/>
            </ac:spMkLst>
          </pc:spChg>
          <pc:spChg chg="mod">
            <ac:chgData name="Aaron Tayal" userId="32f02f1096a9313f" providerId="LiveId" clId="{05E1A560-7D8A-4443-A5B7-A91026691F57}" dt="2025-07-30T15:11:45.365" v="45"/>
            <ac:spMkLst>
              <pc:docMk/>
              <pc:sldMasterMk cId="3670160359" sldId="2147483648"/>
              <pc:sldLayoutMk cId="284665383" sldId="2147483656"/>
              <ac:spMk id="3" creationId="{E5AD8A2E-9803-EB86-1CC0-D07716B8AD01}"/>
            </ac:spMkLst>
          </pc:spChg>
          <pc:spChg chg="mod">
            <ac:chgData name="Aaron Tayal" userId="32f02f1096a9313f" providerId="LiveId" clId="{05E1A560-7D8A-4443-A5B7-A91026691F57}" dt="2025-07-30T15:11:45.365" v="45"/>
            <ac:spMkLst>
              <pc:docMk/>
              <pc:sldMasterMk cId="3670160359" sldId="2147483648"/>
              <pc:sldLayoutMk cId="284665383" sldId="2147483656"/>
              <ac:spMk id="4" creationId="{3971C622-41A0-531E-9319-070CCE848214}"/>
            </ac:spMkLst>
          </pc:spChg>
        </pc:sldLayoutChg>
        <pc:sldLayoutChg chg="modSp">
          <pc:chgData name="Aaron Tayal" userId="32f02f1096a9313f" providerId="LiveId" clId="{05E1A560-7D8A-4443-A5B7-A91026691F57}" dt="2025-07-30T15:11:45.365" v="45"/>
          <pc:sldLayoutMkLst>
            <pc:docMk/>
            <pc:sldMasterMk cId="3670160359" sldId="2147483648"/>
            <pc:sldLayoutMk cId="2904401932" sldId="2147483657"/>
          </pc:sldLayoutMkLst>
          <pc:spChg chg="mod">
            <ac:chgData name="Aaron Tayal" userId="32f02f1096a9313f" providerId="LiveId" clId="{05E1A560-7D8A-4443-A5B7-A91026691F57}" dt="2025-07-30T15:11:45.365" v="45"/>
            <ac:spMkLst>
              <pc:docMk/>
              <pc:sldMasterMk cId="3670160359" sldId="2147483648"/>
              <pc:sldLayoutMk cId="2904401932" sldId="2147483657"/>
              <ac:spMk id="2" creationId="{EB4C9C5F-8446-B97A-4E2B-3B1650E26DFB}"/>
            </ac:spMkLst>
          </pc:spChg>
          <pc:spChg chg="mod">
            <ac:chgData name="Aaron Tayal" userId="32f02f1096a9313f" providerId="LiveId" clId="{05E1A560-7D8A-4443-A5B7-A91026691F57}" dt="2025-07-30T15:11:45.365" v="45"/>
            <ac:spMkLst>
              <pc:docMk/>
              <pc:sldMasterMk cId="3670160359" sldId="2147483648"/>
              <pc:sldLayoutMk cId="2904401932" sldId="2147483657"/>
              <ac:spMk id="3" creationId="{C0A1D065-EADE-4978-875D-A598F225A880}"/>
            </ac:spMkLst>
          </pc:spChg>
          <pc:spChg chg="mod">
            <ac:chgData name="Aaron Tayal" userId="32f02f1096a9313f" providerId="LiveId" clId="{05E1A560-7D8A-4443-A5B7-A91026691F57}" dt="2025-07-30T15:11:45.365" v="45"/>
            <ac:spMkLst>
              <pc:docMk/>
              <pc:sldMasterMk cId="3670160359" sldId="2147483648"/>
              <pc:sldLayoutMk cId="2904401932" sldId="2147483657"/>
              <ac:spMk id="4" creationId="{E5B82D48-32A6-8770-A685-ED318B69A21B}"/>
            </ac:spMkLst>
          </pc:spChg>
        </pc:sldLayoutChg>
        <pc:sldLayoutChg chg="modSp">
          <pc:chgData name="Aaron Tayal" userId="32f02f1096a9313f" providerId="LiveId" clId="{05E1A560-7D8A-4443-A5B7-A91026691F57}" dt="2025-07-30T15:11:45.365" v="45"/>
          <pc:sldLayoutMkLst>
            <pc:docMk/>
            <pc:sldMasterMk cId="3670160359" sldId="2147483648"/>
            <pc:sldLayoutMk cId="3975561321" sldId="2147483659"/>
          </pc:sldLayoutMkLst>
          <pc:spChg chg="mod">
            <ac:chgData name="Aaron Tayal" userId="32f02f1096a9313f" providerId="LiveId" clId="{05E1A560-7D8A-4443-A5B7-A91026691F57}" dt="2025-07-30T15:11:45.365" v="45"/>
            <ac:spMkLst>
              <pc:docMk/>
              <pc:sldMasterMk cId="3670160359" sldId="2147483648"/>
              <pc:sldLayoutMk cId="3975561321" sldId="2147483659"/>
              <ac:spMk id="2" creationId="{BAD25E13-9242-DB44-E59A-BBEFB0D924AD}"/>
            </ac:spMkLst>
          </pc:spChg>
          <pc:spChg chg="mod">
            <ac:chgData name="Aaron Tayal" userId="32f02f1096a9313f" providerId="LiveId" clId="{05E1A560-7D8A-4443-A5B7-A91026691F57}" dt="2025-07-30T15:11:45.365" v="45"/>
            <ac:spMkLst>
              <pc:docMk/>
              <pc:sldMasterMk cId="3670160359" sldId="2147483648"/>
              <pc:sldLayoutMk cId="3975561321" sldId="2147483659"/>
              <ac:spMk id="3" creationId="{534D2124-BEF6-6C5E-50E0-1BEFA438E34E}"/>
            </ac:spMkLst>
          </pc:spChg>
        </pc:sldLayoutChg>
      </pc:sldMasterChg>
      <pc:sldMasterChg chg="modSp modSldLayout">
        <pc:chgData name="Aaron Tayal" userId="32f02f1096a9313f" providerId="LiveId" clId="{05E1A560-7D8A-4443-A5B7-A91026691F57}" dt="2025-07-30T15:12:49.791" v="47"/>
        <pc:sldMasterMkLst>
          <pc:docMk/>
          <pc:sldMasterMk cId="2206490682" sldId="2147483660"/>
        </pc:sldMasterMkLst>
        <pc:spChg chg="mod">
          <ac:chgData name="Aaron Tayal" userId="32f02f1096a9313f" providerId="LiveId" clId="{05E1A560-7D8A-4443-A5B7-A91026691F57}" dt="2025-07-30T15:12:49.791" v="47"/>
          <ac:spMkLst>
            <pc:docMk/>
            <pc:sldMasterMk cId="2206490682" sldId="2147483660"/>
            <ac:spMk id="2" creationId="{00000000-0000-0000-0000-000000000000}"/>
          </ac:spMkLst>
        </pc:spChg>
        <pc:spChg chg="mod">
          <ac:chgData name="Aaron Tayal" userId="32f02f1096a9313f" providerId="LiveId" clId="{05E1A560-7D8A-4443-A5B7-A91026691F57}" dt="2025-07-30T15:12:49.791" v="47"/>
          <ac:spMkLst>
            <pc:docMk/>
            <pc:sldMasterMk cId="2206490682" sldId="2147483660"/>
            <ac:spMk id="3" creationId="{00000000-0000-0000-0000-000000000000}"/>
          </ac:spMkLst>
        </pc:spChg>
        <pc:spChg chg="mod">
          <ac:chgData name="Aaron Tayal" userId="32f02f1096a9313f" providerId="LiveId" clId="{05E1A560-7D8A-4443-A5B7-A91026691F57}" dt="2025-07-30T15:12:49.791" v="47"/>
          <ac:spMkLst>
            <pc:docMk/>
            <pc:sldMasterMk cId="2206490682" sldId="2147483660"/>
            <ac:spMk id="4" creationId="{00000000-0000-0000-0000-000000000000}"/>
          </ac:spMkLst>
        </pc:spChg>
        <pc:spChg chg="mod">
          <ac:chgData name="Aaron Tayal" userId="32f02f1096a9313f" providerId="LiveId" clId="{05E1A560-7D8A-4443-A5B7-A91026691F57}" dt="2025-07-30T15:12:49.791" v="47"/>
          <ac:spMkLst>
            <pc:docMk/>
            <pc:sldMasterMk cId="2206490682" sldId="2147483660"/>
            <ac:spMk id="5" creationId="{00000000-0000-0000-0000-000000000000}"/>
          </ac:spMkLst>
        </pc:spChg>
        <pc:spChg chg="mod">
          <ac:chgData name="Aaron Tayal" userId="32f02f1096a9313f" providerId="LiveId" clId="{05E1A560-7D8A-4443-A5B7-A91026691F57}" dt="2025-07-30T15:12:49.791" v="47"/>
          <ac:spMkLst>
            <pc:docMk/>
            <pc:sldMasterMk cId="2206490682" sldId="2147483660"/>
            <ac:spMk id="6" creationId="{00000000-0000-0000-0000-000000000000}"/>
          </ac:spMkLst>
        </pc:spChg>
        <pc:sldLayoutChg chg="modSp">
          <pc:chgData name="Aaron Tayal" userId="32f02f1096a9313f" providerId="LiveId" clId="{05E1A560-7D8A-4443-A5B7-A91026691F57}" dt="2025-07-30T15:12:49.791" v="47"/>
          <pc:sldLayoutMkLst>
            <pc:docMk/>
            <pc:sldMasterMk cId="2206490682" sldId="2147483660"/>
            <pc:sldLayoutMk cId="558651952" sldId="2147483661"/>
          </pc:sldLayoutMkLst>
          <pc:spChg chg="mod">
            <ac:chgData name="Aaron Tayal" userId="32f02f1096a9313f" providerId="LiveId" clId="{05E1A560-7D8A-4443-A5B7-A91026691F57}" dt="2025-07-30T15:12:49.791" v="47"/>
            <ac:spMkLst>
              <pc:docMk/>
              <pc:sldMasterMk cId="2206490682" sldId="2147483660"/>
              <pc:sldLayoutMk cId="558651952" sldId="2147483661"/>
              <ac:spMk id="2" creationId="{00000000-0000-0000-0000-000000000000}"/>
            </ac:spMkLst>
          </pc:spChg>
          <pc:spChg chg="mod">
            <ac:chgData name="Aaron Tayal" userId="32f02f1096a9313f" providerId="LiveId" clId="{05E1A560-7D8A-4443-A5B7-A91026691F57}" dt="2025-07-30T15:12:49.791" v="47"/>
            <ac:spMkLst>
              <pc:docMk/>
              <pc:sldMasterMk cId="2206490682" sldId="2147483660"/>
              <pc:sldLayoutMk cId="558651952" sldId="2147483661"/>
              <ac:spMk id="3" creationId="{00000000-0000-0000-0000-000000000000}"/>
            </ac:spMkLst>
          </pc:spChg>
        </pc:sldLayoutChg>
        <pc:sldLayoutChg chg="modSp">
          <pc:chgData name="Aaron Tayal" userId="32f02f1096a9313f" providerId="LiveId" clId="{05E1A560-7D8A-4443-A5B7-A91026691F57}" dt="2025-07-30T15:12:49.791" v="47"/>
          <pc:sldLayoutMkLst>
            <pc:docMk/>
            <pc:sldMasterMk cId="2206490682" sldId="2147483660"/>
            <pc:sldLayoutMk cId="3106516500" sldId="2147483663"/>
          </pc:sldLayoutMkLst>
          <pc:spChg chg="mod">
            <ac:chgData name="Aaron Tayal" userId="32f02f1096a9313f" providerId="LiveId" clId="{05E1A560-7D8A-4443-A5B7-A91026691F57}" dt="2025-07-30T15:12:49.791" v="47"/>
            <ac:spMkLst>
              <pc:docMk/>
              <pc:sldMasterMk cId="2206490682" sldId="2147483660"/>
              <pc:sldLayoutMk cId="3106516500" sldId="2147483663"/>
              <ac:spMk id="2" creationId="{00000000-0000-0000-0000-000000000000}"/>
            </ac:spMkLst>
          </pc:spChg>
          <pc:spChg chg="mod">
            <ac:chgData name="Aaron Tayal" userId="32f02f1096a9313f" providerId="LiveId" clId="{05E1A560-7D8A-4443-A5B7-A91026691F57}" dt="2025-07-30T15:12:49.791" v="47"/>
            <ac:spMkLst>
              <pc:docMk/>
              <pc:sldMasterMk cId="2206490682" sldId="2147483660"/>
              <pc:sldLayoutMk cId="3106516500" sldId="2147483663"/>
              <ac:spMk id="3" creationId="{00000000-0000-0000-0000-000000000000}"/>
            </ac:spMkLst>
          </pc:spChg>
        </pc:sldLayoutChg>
        <pc:sldLayoutChg chg="modSp">
          <pc:chgData name="Aaron Tayal" userId="32f02f1096a9313f" providerId="LiveId" clId="{05E1A560-7D8A-4443-A5B7-A91026691F57}" dt="2025-07-30T15:12:49.791" v="47"/>
          <pc:sldLayoutMkLst>
            <pc:docMk/>
            <pc:sldMasterMk cId="2206490682" sldId="2147483660"/>
            <pc:sldLayoutMk cId="1887777868" sldId="2147483664"/>
          </pc:sldLayoutMkLst>
          <pc:spChg chg="mod">
            <ac:chgData name="Aaron Tayal" userId="32f02f1096a9313f" providerId="LiveId" clId="{05E1A560-7D8A-4443-A5B7-A91026691F57}" dt="2025-07-30T15:12:49.791" v="47"/>
            <ac:spMkLst>
              <pc:docMk/>
              <pc:sldMasterMk cId="2206490682" sldId="2147483660"/>
              <pc:sldLayoutMk cId="1887777868" sldId="2147483664"/>
              <ac:spMk id="3" creationId="{00000000-0000-0000-0000-000000000000}"/>
            </ac:spMkLst>
          </pc:spChg>
          <pc:spChg chg="mod">
            <ac:chgData name="Aaron Tayal" userId="32f02f1096a9313f" providerId="LiveId" clId="{05E1A560-7D8A-4443-A5B7-A91026691F57}" dt="2025-07-30T15:12:49.791" v="47"/>
            <ac:spMkLst>
              <pc:docMk/>
              <pc:sldMasterMk cId="2206490682" sldId="2147483660"/>
              <pc:sldLayoutMk cId="1887777868" sldId="2147483664"/>
              <ac:spMk id="4" creationId="{00000000-0000-0000-0000-000000000000}"/>
            </ac:spMkLst>
          </pc:spChg>
        </pc:sldLayoutChg>
        <pc:sldLayoutChg chg="modSp">
          <pc:chgData name="Aaron Tayal" userId="32f02f1096a9313f" providerId="LiveId" clId="{05E1A560-7D8A-4443-A5B7-A91026691F57}" dt="2025-07-30T15:12:49.791" v="47"/>
          <pc:sldLayoutMkLst>
            <pc:docMk/>
            <pc:sldMasterMk cId="2206490682" sldId="2147483660"/>
            <pc:sldLayoutMk cId="3924927764" sldId="2147483665"/>
          </pc:sldLayoutMkLst>
          <pc:spChg chg="mod">
            <ac:chgData name="Aaron Tayal" userId="32f02f1096a9313f" providerId="LiveId" clId="{05E1A560-7D8A-4443-A5B7-A91026691F57}" dt="2025-07-30T15:12:49.791" v="47"/>
            <ac:spMkLst>
              <pc:docMk/>
              <pc:sldMasterMk cId="2206490682" sldId="2147483660"/>
              <pc:sldLayoutMk cId="3924927764" sldId="2147483665"/>
              <ac:spMk id="2" creationId="{00000000-0000-0000-0000-000000000000}"/>
            </ac:spMkLst>
          </pc:spChg>
          <pc:spChg chg="mod">
            <ac:chgData name="Aaron Tayal" userId="32f02f1096a9313f" providerId="LiveId" clId="{05E1A560-7D8A-4443-A5B7-A91026691F57}" dt="2025-07-30T15:12:49.791" v="47"/>
            <ac:spMkLst>
              <pc:docMk/>
              <pc:sldMasterMk cId="2206490682" sldId="2147483660"/>
              <pc:sldLayoutMk cId="3924927764" sldId="2147483665"/>
              <ac:spMk id="3" creationId="{00000000-0000-0000-0000-000000000000}"/>
            </ac:spMkLst>
          </pc:spChg>
          <pc:spChg chg="mod">
            <ac:chgData name="Aaron Tayal" userId="32f02f1096a9313f" providerId="LiveId" clId="{05E1A560-7D8A-4443-A5B7-A91026691F57}" dt="2025-07-30T15:12:49.791" v="47"/>
            <ac:spMkLst>
              <pc:docMk/>
              <pc:sldMasterMk cId="2206490682" sldId="2147483660"/>
              <pc:sldLayoutMk cId="3924927764" sldId="2147483665"/>
              <ac:spMk id="4" creationId="{00000000-0000-0000-0000-000000000000}"/>
            </ac:spMkLst>
          </pc:spChg>
          <pc:spChg chg="mod">
            <ac:chgData name="Aaron Tayal" userId="32f02f1096a9313f" providerId="LiveId" clId="{05E1A560-7D8A-4443-A5B7-A91026691F57}" dt="2025-07-30T15:12:49.791" v="47"/>
            <ac:spMkLst>
              <pc:docMk/>
              <pc:sldMasterMk cId="2206490682" sldId="2147483660"/>
              <pc:sldLayoutMk cId="3924927764" sldId="2147483665"/>
              <ac:spMk id="5" creationId="{00000000-0000-0000-0000-000000000000}"/>
            </ac:spMkLst>
          </pc:spChg>
          <pc:spChg chg="mod">
            <ac:chgData name="Aaron Tayal" userId="32f02f1096a9313f" providerId="LiveId" clId="{05E1A560-7D8A-4443-A5B7-A91026691F57}" dt="2025-07-30T15:12:49.791" v="47"/>
            <ac:spMkLst>
              <pc:docMk/>
              <pc:sldMasterMk cId="2206490682" sldId="2147483660"/>
              <pc:sldLayoutMk cId="3924927764" sldId="2147483665"/>
              <ac:spMk id="6" creationId="{00000000-0000-0000-0000-000000000000}"/>
            </ac:spMkLst>
          </pc:spChg>
        </pc:sldLayoutChg>
        <pc:sldLayoutChg chg="modSp">
          <pc:chgData name="Aaron Tayal" userId="32f02f1096a9313f" providerId="LiveId" clId="{05E1A560-7D8A-4443-A5B7-A91026691F57}" dt="2025-07-30T15:12:49.791" v="47"/>
          <pc:sldLayoutMkLst>
            <pc:docMk/>
            <pc:sldMasterMk cId="2206490682" sldId="2147483660"/>
            <pc:sldLayoutMk cId="3475733112" sldId="2147483668"/>
          </pc:sldLayoutMkLst>
          <pc:spChg chg="mod">
            <ac:chgData name="Aaron Tayal" userId="32f02f1096a9313f" providerId="LiveId" clId="{05E1A560-7D8A-4443-A5B7-A91026691F57}" dt="2025-07-30T15:12:49.791" v="47"/>
            <ac:spMkLst>
              <pc:docMk/>
              <pc:sldMasterMk cId="2206490682" sldId="2147483660"/>
              <pc:sldLayoutMk cId="3475733112" sldId="2147483668"/>
              <ac:spMk id="2" creationId="{00000000-0000-0000-0000-000000000000}"/>
            </ac:spMkLst>
          </pc:spChg>
          <pc:spChg chg="mod">
            <ac:chgData name="Aaron Tayal" userId="32f02f1096a9313f" providerId="LiveId" clId="{05E1A560-7D8A-4443-A5B7-A91026691F57}" dt="2025-07-30T15:12:49.791" v="47"/>
            <ac:spMkLst>
              <pc:docMk/>
              <pc:sldMasterMk cId="2206490682" sldId="2147483660"/>
              <pc:sldLayoutMk cId="3475733112" sldId="2147483668"/>
              <ac:spMk id="3" creationId="{00000000-0000-0000-0000-000000000000}"/>
            </ac:spMkLst>
          </pc:spChg>
          <pc:spChg chg="mod">
            <ac:chgData name="Aaron Tayal" userId="32f02f1096a9313f" providerId="LiveId" clId="{05E1A560-7D8A-4443-A5B7-A91026691F57}" dt="2025-07-30T15:12:49.791" v="47"/>
            <ac:spMkLst>
              <pc:docMk/>
              <pc:sldMasterMk cId="2206490682" sldId="2147483660"/>
              <pc:sldLayoutMk cId="3475733112" sldId="2147483668"/>
              <ac:spMk id="4" creationId="{00000000-0000-0000-0000-000000000000}"/>
            </ac:spMkLst>
          </pc:spChg>
        </pc:sldLayoutChg>
        <pc:sldLayoutChg chg="modSp">
          <pc:chgData name="Aaron Tayal" userId="32f02f1096a9313f" providerId="LiveId" clId="{05E1A560-7D8A-4443-A5B7-A91026691F57}" dt="2025-07-30T15:12:49.791" v="47"/>
          <pc:sldLayoutMkLst>
            <pc:docMk/>
            <pc:sldMasterMk cId="2206490682" sldId="2147483660"/>
            <pc:sldLayoutMk cId="574317709" sldId="2147483669"/>
          </pc:sldLayoutMkLst>
          <pc:spChg chg="mod">
            <ac:chgData name="Aaron Tayal" userId="32f02f1096a9313f" providerId="LiveId" clId="{05E1A560-7D8A-4443-A5B7-A91026691F57}" dt="2025-07-30T15:12:49.791" v="47"/>
            <ac:spMkLst>
              <pc:docMk/>
              <pc:sldMasterMk cId="2206490682" sldId="2147483660"/>
              <pc:sldLayoutMk cId="574317709" sldId="2147483669"/>
              <ac:spMk id="2" creationId="{00000000-0000-0000-0000-000000000000}"/>
            </ac:spMkLst>
          </pc:spChg>
          <pc:spChg chg="mod">
            <ac:chgData name="Aaron Tayal" userId="32f02f1096a9313f" providerId="LiveId" clId="{05E1A560-7D8A-4443-A5B7-A91026691F57}" dt="2025-07-30T15:12:49.791" v="47"/>
            <ac:spMkLst>
              <pc:docMk/>
              <pc:sldMasterMk cId="2206490682" sldId="2147483660"/>
              <pc:sldLayoutMk cId="574317709" sldId="2147483669"/>
              <ac:spMk id="3" creationId="{00000000-0000-0000-0000-000000000000}"/>
            </ac:spMkLst>
          </pc:spChg>
          <pc:spChg chg="mod">
            <ac:chgData name="Aaron Tayal" userId="32f02f1096a9313f" providerId="LiveId" clId="{05E1A560-7D8A-4443-A5B7-A91026691F57}" dt="2025-07-30T15:12:49.791" v="47"/>
            <ac:spMkLst>
              <pc:docMk/>
              <pc:sldMasterMk cId="2206490682" sldId="2147483660"/>
              <pc:sldLayoutMk cId="574317709" sldId="2147483669"/>
              <ac:spMk id="4" creationId="{00000000-0000-0000-0000-000000000000}"/>
            </ac:spMkLst>
          </pc:spChg>
        </pc:sldLayoutChg>
        <pc:sldLayoutChg chg="modSp">
          <pc:chgData name="Aaron Tayal" userId="32f02f1096a9313f" providerId="LiveId" clId="{05E1A560-7D8A-4443-A5B7-A91026691F57}" dt="2025-07-30T15:12:49.791" v="47"/>
          <pc:sldLayoutMkLst>
            <pc:docMk/>
            <pc:sldMasterMk cId="2206490682" sldId="2147483660"/>
            <pc:sldLayoutMk cId="2846920684" sldId="2147483671"/>
          </pc:sldLayoutMkLst>
          <pc:spChg chg="mod">
            <ac:chgData name="Aaron Tayal" userId="32f02f1096a9313f" providerId="LiveId" clId="{05E1A560-7D8A-4443-A5B7-A91026691F57}" dt="2025-07-30T15:12:49.791" v="47"/>
            <ac:spMkLst>
              <pc:docMk/>
              <pc:sldMasterMk cId="2206490682" sldId="2147483660"/>
              <pc:sldLayoutMk cId="2846920684" sldId="2147483671"/>
              <ac:spMk id="2" creationId="{00000000-0000-0000-0000-000000000000}"/>
            </ac:spMkLst>
          </pc:spChg>
          <pc:spChg chg="mod">
            <ac:chgData name="Aaron Tayal" userId="32f02f1096a9313f" providerId="LiveId" clId="{05E1A560-7D8A-4443-A5B7-A91026691F57}" dt="2025-07-30T15:12:49.791" v="47"/>
            <ac:spMkLst>
              <pc:docMk/>
              <pc:sldMasterMk cId="2206490682" sldId="2147483660"/>
              <pc:sldLayoutMk cId="2846920684" sldId="2147483671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658349"/>
            <a:ext cx="8229600" cy="1400504"/>
          </a:xfrm>
        </p:spPr>
        <p:txBody>
          <a:bodyPr anchor="b"/>
          <a:lstStyle>
            <a:lvl1pPr algn="ctr"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112862"/>
            <a:ext cx="8229600" cy="971227"/>
          </a:xfrm>
        </p:spPr>
        <p:txBody>
          <a:bodyPr/>
          <a:lstStyle>
            <a:lvl1pPr marL="0" indent="0" algn="ctr">
              <a:buNone/>
              <a:defRPr sz="1408"/>
            </a:lvl1pPr>
            <a:lvl2pPr marL="268194" indent="0" algn="ctr">
              <a:buNone/>
              <a:defRPr sz="1173"/>
            </a:lvl2pPr>
            <a:lvl3pPr marL="536387" indent="0" algn="ctr">
              <a:buNone/>
              <a:defRPr sz="1056"/>
            </a:lvl3pPr>
            <a:lvl4pPr marL="804581" indent="0" algn="ctr">
              <a:buNone/>
              <a:defRPr sz="939"/>
            </a:lvl4pPr>
            <a:lvl5pPr marL="1072774" indent="0" algn="ctr">
              <a:buNone/>
              <a:defRPr sz="939"/>
            </a:lvl5pPr>
            <a:lvl6pPr marL="1340968" indent="0" algn="ctr">
              <a:buNone/>
              <a:defRPr sz="939"/>
            </a:lvl6pPr>
            <a:lvl7pPr marL="1609161" indent="0" algn="ctr">
              <a:buNone/>
              <a:defRPr sz="939"/>
            </a:lvl7pPr>
            <a:lvl8pPr marL="1877355" indent="0" algn="ctr">
              <a:buNone/>
              <a:defRPr sz="939"/>
            </a:lvl8pPr>
            <a:lvl9pPr marL="2145548" indent="0" algn="ctr">
              <a:buNone/>
              <a:defRPr sz="93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7D475-CCA0-4EE1-80E2-E46E2851FDF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1332-5EDB-428E-AEC1-B4FDF134F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052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7D475-CCA0-4EE1-80E2-E46E2851FDF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1332-5EDB-428E-AEC1-B4FDF134F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650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5" y="1002888"/>
            <a:ext cx="9464040" cy="1673342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5" y="2692060"/>
            <a:ext cx="9464040" cy="879971"/>
          </a:xfrm>
        </p:spPr>
        <p:txBody>
          <a:bodyPr/>
          <a:lstStyle>
            <a:lvl1pPr marL="0" indent="0">
              <a:buNone/>
              <a:defRPr sz="1408">
                <a:solidFill>
                  <a:schemeClr val="tx1">
                    <a:tint val="82000"/>
                  </a:schemeClr>
                </a:solidFill>
              </a:defRPr>
            </a:lvl1pPr>
            <a:lvl2pPr marL="26819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2pPr>
            <a:lvl3pPr marL="536387" indent="0">
              <a:buNone/>
              <a:defRPr sz="1056">
                <a:solidFill>
                  <a:schemeClr val="tx1">
                    <a:tint val="82000"/>
                  </a:schemeClr>
                </a:solidFill>
              </a:defRPr>
            </a:lvl3pPr>
            <a:lvl4pPr marL="804581" indent="0">
              <a:buNone/>
              <a:defRPr sz="939">
                <a:solidFill>
                  <a:schemeClr val="tx1">
                    <a:tint val="82000"/>
                  </a:schemeClr>
                </a:solidFill>
              </a:defRPr>
            </a:lvl4pPr>
            <a:lvl5pPr marL="1072774" indent="0">
              <a:buNone/>
              <a:defRPr sz="939">
                <a:solidFill>
                  <a:schemeClr val="tx1">
                    <a:tint val="82000"/>
                  </a:schemeClr>
                </a:solidFill>
              </a:defRPr>
            </a:lvl5pPr>
            <a:lvl6pPr marL="1340968" indent="0">
              <a:buNone/>
              <a:defRPr sz="939">
                <a:solidFill>
                  <a:schemeClr val="tx1">
                    <a:tint val="82000"/>
                  </a:schemeClr>
                </a:solidFill>
              </a:defRPr>
            </a:lvl6pPr>
            <a:lvl7pPr marL="1609161" indent="0">
              <a:buNone/>
              <a:defRPr sz="939">
                <a:solidFill>
                  <a:schemeClr val="tx1">
                    <a:tint val="82000"/>
                  </a:schemeClr>
                </a:solidFill>
              </a:defRPr>
            </a:lvl7pPr>
            <a:lvl8pPr marL="1877355" indent="0">
              <a:buNone/>
              <a:defRPr sz="939">
                <a:solidFill>
                  <a:schemeClr val="tx1">
                    <a:tint val="82000"/>
                  </a:schemeClr>
                </a:solidFill>
              </a:defRPr>
            </a:lvl8pPr>
            <a:lvl9pPr marL="2145548" indent="0">
              <a:buNone/>
              <a:defRPr sz="93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7D475-CCA0-4EE1-80E2-E46E2851FDF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1332-5EDB-428E-AEC1-B4FDF134F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717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1070864"/>
            <a:ext cx="4663440" cy="2552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1070864"/>
            <a:ext cx="4663440" cy="2552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7D475-CCA0-4EE1-80E2-E46E2851FDF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1332-5EDB-428E-AEC1-B4FDF134F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468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214173"/>
            <a:ext cx="9464040" cy="7775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986127"/>
            <a:ext cx="4642008" cy="483285"/>
          </a:xfrm>
        </p:spPr>
        <p:txBody>
          <a:bodyPr anchor="b"/>
          <a:lstStyle>
            <a:lvl1pPr marL="0" indent="0">
              <a:buNone/>
              <a:defRPr sz="1408" b="1"/>
            </a:lvl1pPr>
            <a:lvl2pPr marL="268194" indent="0">
              <a:buNone/>
              <a:defRPr sz="1173" b="1"/>
            </a:lvl2pPr>
            <a:lvl3pPr marL="536387" indent="0">
              <a:buNone/>
              <a:defRPr sz="1056" b="1"/>
            </a:lvl3pPr>
            <a:lvl4pPr marL="804581" indent="0">
              <a:buNone/>
              <a:defRPr sz="939" b="1"/>
            </a:lvl4pPr>
            <a:lvl5pPr marL="1072774" indent="0">
              <a:buNone/>
              <a:defRPr sz="939" b="1"/>
            </a:lvl5pPr>
            <a:lvl6pPr marL="1340968" indent="0">
              <a:buNone/>
              <a:defRPr sz="939" b="1"/>
            </a:lvl6pPr>
            <a:lvl7pPr marL="1609161" indent="0">
              <a:buNone/>
              <a:defRPr sz="939" b="1"/>
            </a:lvl7pPr>
            <a:lvl8pPr marL="1877355" indent="0">
              <a:buNone/>
              <a:defRPr sz="939" b="1"/>
            </a:lvl8pPr>
            <a:lvl9pPr marL="2145548" indent="0">
              <a:buNone/>
              <a:defRPr sz="9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1469412"/>
            <a:ext cx="4642008" cy="2161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0" y="986127"/>
            <a:ext cx="4664869" cy="483285"/>
          </a:xfrm>
        </p:spPr>
        <p:txBody>
          <a:bodyPr anchor="b"/>
          <a:lstStyle>
            <a:lvl1pPr marL="0" indent="0">
              <a:buNone/>
              <a:defRPr sz="1408" b="1"/>
            </a:lvl1pPr>
            <a:lvl2pPr marL="268194" indent="0">
              <a:buNone/>
              <a:defRPr sz="1173" b="1"/>
            </a:lvl2pPr>
            <a:lvl3pPr marL="536387" indent="0">
              <a:buNone/>
              <a:defRPr sz="1056" b="1"/>
            </a:lvl3pPr>
            <a:lvl4pPr marL="804581" indent="0">
              <a:buNone/>
              <a:defRPr sz="939" b="1"/>
            </a:lvl4pPr>
            <a:lvl5pPr marL="1072774" indent="0">
              <a:buNone/>
              <a:defRPr sz="939" b="1"/>
            </a:lvl5pPr>
            <a:lvl6pPr marL="1340968" indent="0">
              <a:buNone/>
              <a:defRPr sz="939" b="1"/>
            </a:lvl6pPr>
            <a:lvl7pPr marL="1609161" indent="0">
              <a:buNone/>
              <a:defRPr sz="939" b="1"/>
            </a:lvl7pPr>
            <a:lvl8pPr marL="1877355" indent="0">
              <a:buNone/>
              <a:defRPr sz="939" b="1"/>
            </a:lvl8pPr>
            <a:lvl9pPr marL="2145548" indent="0">
              <a:buNone/>
              <a:defRPr sz="9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0" y="1469412"/>
            <a:ext cx="4664869" cy="2161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7D475-CCA0-4EE1-80E2-E46E2851FDF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1332-5EDB-428E-AEC1-B4FDF134F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74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7D475-CCA0-4EE1-80E2-E46E2851FDF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1332-5EDB-428E-AEC1-B4FDF134F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087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7D475-CCA0-4EE1-80E2-E46E2851FDF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1332-5EDB-428E-AEC1-B4FDF134F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652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268182"/>
            <a:ext cx="3539013" cy="938636"/>
          </a:xfrm>
        </p:spPr>
        <p:txBody>
          <a:bodyPr anchor="b"/>
          <a:lstStyle>
            <a:lvl1pPr>
              <a:defRPr sz="18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579198"/>
            <a:ext cx="5554980" cy="2858742"/>
          </a:xfrm>
        </p:spPr>
        <p:txBody>
          <a:bodyPr/>
          <a:lstStyle>
            <a:lvl1pPr>
              <a:defRPr sz="1877"/>
            </a:lvl1pPr>
            <a:lvl2pPr>
              <a:defRPr sz="1642"/>
            </a:lvl2pPr>
            <a:lvl3pPr>
              <a:defRPr sz="1408"/>
            </a:lvl3pPr>
            <a:lvl4pPr>
              <a:defRPr sz="1173"/>
            </a:lvl4pPr>
            <a:lvl5pPr>
              <a:defRPr sz="1173"/>
            </a:lvl5pPr>
            <a:lvl6pPr>
              <a:defRPr sz="1173"/>
            </a:lvl6pPr>
            <a:lvl7pPr>
              <a:defRPr sz="1173"/>
            </a:lvl7pPr>
            <a:lvl8pPr>
              <a:defRPr sz="1173"/>
            </a:lvl8pPr>
            <a:lvl9pPr>
              <a:defRPr sz="117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1206817"/>
            <a:ext cx="3539013" cy="2235779"/>
          </a:xfrm>
        </p:spPr>
        <p:txBody>
          <a:bodyPr/>
          <a:lstStyle>
            <a:lvl1pPr marL="0" indent="0">
              <a:buNone/>
              <a:defRPr sz="939"/>
            </a:lvl1pPr>
            <a:lvl2pPr marL="268194" indent="0">
              <a:buNone/>
              <a:defRPr sz="821"/>
            </a:lvl2pPr>
            <a:lvl3pPr marL="536387" indent="0">
              <a:buNone/>
              <a:defRPr sz="704"/>
            </a:lvl3pPr>
            <a:lvl4pPr marL="804581" indent="0">
              <a:buNone/>
              <a:defRPr sz="587"/>
            </a:lvl4pPr>
            <a:lvl5pPr marL="1072774" indent="0">
              <a:buNone/>
              <a:defRPr sz="587"/>
            </a:lvl5pPr>
            <a:lvl6pPr marL="1340968" indent="0">
              <a:buNone/>
              <a:defRPr sz="587"/>
            </a:lvl6pPr>
            <a:lvl7pPr marL="1609161" indent="0">
              <a:buNone/>
              <a:defRPr sz="587"/>
            </a:lvl7pPr>
            <a:lvl8pPr marL="1877355" indent="0">
              <a:buNone/>
              <a:defRPr sz="587"/>
            </a:lvl8pPr>
            <a:lvl9pPr marL="2145548" indent="0">
              <a:buNone/>
              <a:defRPr sz="5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7D475-CCA0-4EE1-80E2-E46E2851FDF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1332-5EDB-428E-AEC1-B4FDF134F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03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268182"/>
            <a:ext cx="3539013" cy="938636"/>
          </a:xfrm>
        </p:spPr>
        <p:txBody>
          <a:bodyPr anchor="b"/>
          <a:lstStyle>
            <a:lvl1pPr>
              <a:defRPr sz="18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579198"/>
            <a:ext cx="5554980" cy="2858742"/>
          </a:xfrm>
        </p:spPr>
        <p:txBody>
          <a:bodyPr anchor="t"/>
          <a:lstStyle>
            <a:lvl1pPr marL="0" indent="0">
              <a:buNone/>
              <a:defRPr sz="1877"/>
            </a:lvl1pPr>
            <a:lvl2pPr marL="268194" indent="0">
              <a:buNone/>
              <a:defRPr sz="1642"/>
            </a:lvl2pPr>
            <a:lvl3pPr marL="536387" indent="0">
              <a:buNone/>
              <a:defRPr sz="1408"/>
            </a:lvl3pPr>
            <a:lvl4pPr marL="804581" indent="0">
              <a:buNone/>
              <a:defRPr sz="1173"/>
            </a:lvl4pPr>
            <a:lvl5pPr marL="1072774" indent="0">
              <a:buNone/>
              <a:defRPr sz="1173"/>
            </a:lvl5pPr>
            <a:lvl6pPr marL="1340968" indent="0">
              <a:buNone/>
              <a:defRPr sz="1173"/>
            </a:lvl6pPr>
            <a:lvl7pPr marL="1609161" indent="0">
              <a:buNone/>
              <a:defRPr sz="1173"/>
            </a:lvl7pPr>
            <a:lvl8pPr marL="1877355" indent="0">
              <a:buNone/>
              <a:defRPr sz="1173"/>
            </a:lvl8pPr>
            <a:lvl9pPr marL="2145548" indent="0">
              <a:buNone/>
              <a:defRPr sz="117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1206817"/>
            <a:ext cx="3539013" cy="2235779"/>
          </a:xfrm>
        </p:spPr>
        <p:txBody>
          <a:bodyPr/>
          <a:lstStyle>
            <a:lvl1pPr marL="0" indent="0">
              <a:buNone/>
              <a:defRPr sz="939"/>
            </a:lvl1pPr>
            <a:lvl2pPr marL="268194" indent="0">
              <a:buNone/>
              <a:defRPr sz="821"/>
            </a:lvl2pPr>
            <a:lvl3pPr marL="536387" indent="0">
              <a:buNone/>
              <a:defRPr sz="704"/>
            </a:lvl3pPr>
            <a:lvl4pPr marL="804581" indent="0">
              <a:buNone/>
              <a:defRPr sz="587"/>
            </a:lvl4pPr>
            <a:lvl5pPr marL="1072774" indent="0">
              <a:buNone/>
              <a:defRPr sz="587"/>
            </a:lvl5pPr>
            <a:lvl6pPr marL="1340968" indent="0">
              <a:buNone/>
              <a:defRPr sz="587"/>
            </a:lvl6pPr>
            <a:lvl7pPr marL="1609161" indent="0">
              <a:buNone/>
              <a:defRPr sz="587"/>
            </a:lvl7pPr>
            <a:lvl8pPr marL="1877355" indent="0">
              <a:buNone/>
              <a:defRPr sz="587"/>
            </a:lvl8pPr>
            <a:lvl9pPr marL="2145548" indent="0">
              <a:buNone/>
              <a:defRPr sz="5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7D475-CCA0-4EE1-80E2-E46E2851FDF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1332-5EDB-428E-AEC1-B4FDF134F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757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7D475-CCA0-4EE1-80E2-E46E2851FDF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1332-5EDB-428E-AEC1-B4FDF134F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60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0" y="214173"/>
            <a:ext cx="2366010" cy="3409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0" y="214173"/>
            <a:ext cx="6960870" cy="34090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7D475-CCA0-4EE1-80E2-E46E2851FDF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1332-5EDB-428E-AEC1-B4FDF134F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259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214173"/>
            <a:ext cx="9464040" cy="777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1070864"/>
            <a:ext cx="9464040" cy="2552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3728470"/>
            <a:ext cx="2468880" cy="214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57D475-CCA0-4EE1-80E2-E46E2851FDF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3728470"/>
            <a:ext cx="3703320" cy="214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3728470"/>
            <a:ext cx="2468880" cy="214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181332-5EDB-428E-AEC1-B4FDF134F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446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36387" rtl="0" eaLnBrk="1" latinLnBrk="0" hangingPunct="1">
        <a:lnSpc>
          <a:spcPct val="90000"/>
        </a:lnSpc>
        <a:spcBef>
          <a:spcPct val="0"/>
        </a:spcBef>
        <a:buNone/>
        <a:defRPr sz="25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4097" indent="-134097" algn="l" defTabSz="536387" rtl="0" eaLnBrk="1" latinLnBrk="0" hangingPunct="1">
        <a:lnSpc>
          <a:spcPct val="90000"/>
        </a:lnSpc>
        <a:spcBef>
          <a:spcPts val="587"/>
        </a:spcBef>
        <a:buFont typeface="Arial" panose="020B0604020202020204" pitchFamily="34" charset="0"/>
        <a:buChar char="•"/>
        <a:defRPr sz="1642" kern="1200">
          <a:solidFill>
            <a:schemeClr val="tx1"/>
          </a:solidFill>
          <a:latin typeface="+mn-lt"/>
          <a:ea typeface="+mn-ea"/>
          <a:cs typeface="+mn-cs"/>
        </a:defRPr>
      </a:lvl1pPr>
      <a:lvl2pPr marL="402290" indent="-134097" algn="l" defTabSz="536387" rtl="0" eaLnBrk="1" latinLnBrk="0" hangingPunct="1">
        <a:lnSpc>
          <a:spcPct val="90000"/>
        </a:lnSpc>
        <a:spcBef>
          <a:spcPts val="293"/>
        </a:spcBef>
        <a:buFont typeface="Arial" panose="020B0604020202020204" pitchFamily="34" charset="0"/>
        <a:buChar char="•"/>
        <a:defRPr sz="1408" kern="1200">
          <a:solidFill>
            <a:schemeClr val="tx1"/>
          </a:solidFill>
          <a:latin typeface="+mn-lt"/>
          <a:ea typeface="+mn-ea"/>
          <a:cs typeface="+mn-cs"/>
        </a:defRPr>
      </a:lvl2pPr>
      <a:lvl3pPr marL="670484" indent="-134097" algn="l" defTabSz="536387" rtl="0" eaLnBrk="1" latinLnBrk="0" hangingPunct="1">
        <a:lnSpc>
          <a:spcPct val="90000"/>
        </a:lnSpc>
        <a:spcBef>
          <a:spcPts val="293"/>
        </a:spcBef>
        <a:buFont typeface="Arial" panose="020B0604020202020204" pitchFamily="34" charset="0"/>
        <a:buChar char="•"/>
        <a:defRPr sz="1173" kern="1200">
          <a:solidFill>
            <a:schemeClr val="tx1"/>
          </a:solidFill>
          <a:latin typeface="+mn-lt"/>
          <a:ea typeface="+mn-ea"/>
          <a:cs typeface="+mn-cs"/>
        </a:defRPr>
      </a:lvl3pPr>
      <a:lvl4pPr marL="938677" indent="-134097" algn="l" defTabSz="536387" rtl="0" eaLnBrk="1" latinLnBrk="0" hangingPunct="1">
        <a:lnSpc>
          <a:spcPct val="90000"/>
        </a:lnSpc>
        <a:spcBef>
          <a:spcPts val="293"/>
        </a:spcBef>
        <a:buFont typeface="Arial" panose="020B0604020202020204" pitchFamily="34" charset="0"/>
        <a:buChar char="•"/>
        <a:defRPr sz="1056" kern="1200">
          <a:solidFill>
            <a:schemeClr val="tx1"/>
          </a:solidFill>
          <a:latin typeface="+mn-lt"/>
          <a:ea typeface="+mn-ea"/>
          <a:cs typeface="+mn-cs"/>
        </a:defRPr>
      </a:lvl4pPr>
      <a:lvl5pPr marL="1206871" indent="-134097" algn="l" defTabSz="536387" rtl="0" eaLnBrk="1" latinLnBrk="0" hangingPunct="1">
        <a:lnSpc>
          <a:spcPct val="90000"/>
        </a:lnSpc>
        <a:spcBef>
          <a:spcPts val="293"/>
        </a:spcBef>
        <a:buFont typeface="Arial" panose="020B0604020202020204" pitchFamily="34" charset="0"/>
        <a:buChar char="•"/>
        <a:defRPr sz="1056" kern="1200">
          <a:solidFill>
            <a:schemeClr val="tx1"/>
          </a:solidFill>
          <a:latin typeface="+mn-lt"/>
          <a:ea typeface="+mn-ea"/>
          <a:cs typeface="+mn-cs"/>
        </a:defRPr>
      </a:lvl5pPr>
      <a:lvl6pPr marL="1475064" indent="-134097" algn="l" defTabSz="536387" rtl="0" eaLnBrk="1" latinLnBrk="0" hangingPunct="1">
        <a:lnSpc>
          <a:spcPct val="90000"/>
        </a:lnSpc>
        <a:spcBef>
          <a:spcPts val="293"/>
        </a:spcBef>
        <a:buFont typeface="Arial" panose="020B0604020202020204" pitchFamily="34" charset="0"/>
        <a:buChar char="•"/>
        <a:defRPr sz="1056" kern="1200">
          <a:solidFill>
            <a:schemeClr val="tx1"/>
          </a:solidFill>
          <a:latin typeface="+mn-lt"/>
          <a:ea typeface="+mn-ea"/>
          <a:cs typeface="+mn-cs"/>
        </a:defRPr>
      </a:lvl6pPr>
      <a:lvl7pPr marL="1743258" indent="-134097" algn="l" defTabSz="536387" rtl="0" eaLnBrk="1" latinLnBrk="0" hangingPunct="1">
        <a:lnSpc>
          <a:spcPct val="90000"/>
        </a:lnSpc>
        <a:spcBef>
          <a:spcPts val="293"/>
        </a:spcBef>
        <a:buFont typeface="Arial" panose="020B0604020202020204" pitchFamily="34" charset="0"/>
        <a:buChar char="•"/>
        <a:defRPr sz="1056" kern="1200">
          <a:solidFill>
            <a:schemeClr val="tx1"/>
          </a:solidFill>
          <a:latin typeface="+mn-lt"/>
          <a:ea typeface="+mn-ea"/>
          <a:cs typeface="+mn-cs"/>
        </a:defRPr>
      </a:lvl7pPr>
      <a:lvl8pPr marL="2011451" indent="-134097" algn="l" defTabSz="536387" rtl="0" eaLnBrk="1" latinLnBrk="0" hangingPunct="1">
        <a:lnSpc>
          <a:spcPct val="90000"/>
        </a:lnSpc>
        <a:spcBef>
          <a:spcPts val="293"/>
        </a:spcBef>
        <a:buFont typeface="Arial" panose="020B0604020202020204" pitchFamily="34" charset="0"/>
        <a:buChar char="•"/>
        <a:defRPr sz="1056" kern="1200">
          <a:solidFill>
            <a:schemeClr val="tx1"/>
          </a:solidFill>
          <a:latin typeface="+mn-lt"/>
          <a:ea typeface="+mn-ea"/>
          <a:cs typeface="+mn-cs"/>
        </a:defRPr>
      </a:lvl8pPr>
      <a:lvl9pPr marL="2279645" indent="-134097" algn="l" defTabSz="536387" rtl="0" eaLnBrk="1" latinLnBrk="0" hangingPunct="1">
        <a:lnSpc>
          <a:spcPct val="90000"/>
        </a:lnSpc>
        <a:spcBef>
          <a:spcPts val="293"/>
        </a:spcBef>
        <a:buFont typeface="Arial" panose="020B0604020202020204" pitchFamily="34" charset="0"/>
        <a:buChar char="•"/>
        <a:defRPr sz="10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6387" rtl="0" eaLnBrk="1" latinLnBrk="0" hangingPunct="1">
        <a:defRPr sz="1056" kern="1200">
          <a:solidFill>
            <a:schemeClr val="tx1"/>
          </a:solidFill>
          <a:latin typeface="+mn-lt"/>
          <a:ea typeface="+mn-ea"/>
          <a:cs typeface="+mn-cs"/>
        </a:defRPr>
      </a:lvl1pPr>
      <a:lvl2pPr marL="268194" algn="l" defTabSz="536387" rtl="0" eaLnBrk="1" latinLnBrk="0" hangingPunct="1">
        <a:defRPr sz="1056" kern="1200">
          <a:solidFill>
            <a:schemeClr val="tx1"/>
          </a:solidFill>
          <a:latin typeface="+mn-lt"/>
          <a:ea typeface="+mn-ea"/>
          <a:cs typeface="+mn-cs"/>
        </a:defRPr>
      </a:lvl2pPr>
      <a:lvl3pPr marL="536387" algn="l" defTabSz="536387" rtl="0" eaLnBrk="1" latinLnBrk="0" hangingPunct="1">
        <a:defRPr sz="1056" kern="1200">
          <a:solidFill>
            <a:schemeClr val="tx1"/>
          </a:solidFill>
          <a:latin typeface="+mn-lt"/>
          <a:ea typeface="+mn-ea"/>
          <a:cs typeface="+mn-cs"/>
        </a:defRPr>
      </a:lvl3pPr>
      <a:lvl4pPr marL="804581" algn="l" defTabSz="536387" rtl="0" eaLnBrk="1" latinLnBrk="0" hangingPunct="1">
        <a:defRPr sz="1056" kern="1200">
          <a:solidFill>
            <a:schemeClr val="tx1"/>
          </a:solidFill>
          <a:latin typeface="+mn-lt"/>
          <a:ea typeface="+mn-ea"/>
          <a:cs typeface="+mn-cs"/>
        </a:defRPr>
      </a:lvl4pPr>
      <a:lvl5pPr marL="1072774" algn="l" defTabSz="536387" rtl="0" eaLnBrk="1" latinLnBrk="0" hangingPunct="1">
        <a:defRPr sz="1056" kern="1200">
          <a:solidFill>
            <a:schemeClr val="tx1"/>
          </a:solidFill>
          <a:latin typeface="+mn-lt"/>
          <a:ea typeface="+mn-ea"/>
          <a:cs typeface="+mn-cs"/>
        </a:defRPr>
      </a:lvl5pPr>
      <a:lvl6pPr marL="1340968" algn="l" defTabSz="536387" rtl="0" eaLnBrk="1" latinLnBrk="0" hangingPunct="1">
        <a:defRPr sz="1056" kern="1200">
          <a:solidFill>
            <a:schemeClr val="tx1"/>
          </a:solidFill>
          <a:latin typeface="+mn-lt"/>
          <a:ea typeface="+mn-ea"/>
          <a:cs typeface="+mn-cs"/>
        </a:defRPr>
      </a:lvl6pPr>
      <a:lvl7pPr marL="1609161" algn="l" defTabSz="536387" rtl="0" eaLnBrk="1" latinLnBrk="0" hangingPunct="1">
        <a:defRPr sz="1056" kern="1200">
          <a:solidFill>
            <a:schemeClr val="tx1"/>
          </a:solidFill>
          <a:latin typeface="+mn-lt"/>
          <a:ea typeface="+mn-ea"/>
          <a:cs typeface="+mn-cs"/>
        </a:defRPr>
      </a:lvl7pPr>
      <a:lvl8pPr marL="1877355" algn="l" defTabSz="536387" rtl="0" eaLnBrk="1" latinLnBrk="0" hangingPunct="1">
        <a:defRPr sz="1056" kern="1200">
          <a:solidFill>
            <a:schemeClr val="tx1"/>
          </a:solidFill>
          <a:latin typeface="+mn-lt"/>
          <a:ea typeface="+mn-ea"/>
          <a:cs typeface="+mn-cs"/>
        </a:defRPr>
      </a:lvl8pPr>
      <a:lvl9pPr marL="2145548" algn="l" defTabSz="536387" rtl="0" eaLnBrk="1" latinLnBrk="0" hangingPunct="1">
        <a:defRPr sz="10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C099D96-47FB-165A-73CC-B480D9D2A39E}"/>
              </a:ext>
            </a:extLst>
          </p:cNvPr>
          <p:cNvGrpSpPr/>
          <p:nvPr/>
        </p:nvGrpSpPr>
        <p:grpSpPr>
          <a:xfrm>
            <a:off x="-819429" y="-1582948"/>
            <a:ext cx="11431239" cy="6544732"/>
            <a:chOff x="0" y="-45708"/>
            <a:chExt cx="11050859" cy="690370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42B57DE-A815-1D66-004D-20DA6F93E3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4765"/>
              <a:ext cx="11050859" cy="686276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C06A8B8-AFBB-B0B1-5DC8-1FE96CE0B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41834" y="106747"/>
              <a:ext cx="2408664" cy="2951248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F34A666-3D55-BEA0-0AC2-E81861BBAF14}"/>
                </a:ext>
              </a:extLst>
            </p:cNvPr>
            <p:cNvCxnSpPr>
              <a:cxnSpLocks/>
            </p:cNvCxnSpPr>
            <p:nvPr/>
          </p:nvCxnSpPr>
          <p:spPr>
            <a:xfrm>
              <a:off x="1315844" y="3702205"/>
              <a:ext cx="702527" cy="802888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DDFB1C-A567-111E-76FA-9D9ABF87E965}"/>
                </a:ext>
              </a:extLst>
            </p:cNvPr>
            <p:cNvSpPr txBox="1"/>
            <p:nvPr/>
          </p:nvSpPr>
          <p:spPr>
            <a:xfrm>
              <a:off x="366131" y="2821258"/>
              <a:ext cx="1750741" cy="11428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1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Hudson Mills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FCC593E-BA4C-54CD-0246-54F219BAF22F}"/>
                </a:ext>
              </a:extLst>
            </p:cNvPr>
            <p:cNvSpPr txBox="1"/>
            <p:nvPr/>
          </p:nvSpPr>
          <p:spPr>
            <a:xfrm>
              <a:off x="3334215" y="4181709"/>
              <a:ext cx="1449658" cy="11428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1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Island Lake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553DF0B-3453-0D8F-382F-83F0B963AE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46088" y="3454358"/>
              <a:ext cx="100361" cy="794257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064B755-4784-6631-4AFE-E8995F39F4E4}"/>
                </a:ext>
              </a:extLst>
            </p:cNvPr>
            <p:cNvSpPr txBox="1"/>
            <p:nvPr/>
          </p:nvSpPr>
          <p:spPr>
            <a:xfrm>
              <a:off x="931127" y="2233921"/>
              <a:ext cx="2174488" cy="6217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1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Kensington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6F826EB-D06C-EDFA-0EAD-92D38BFCB5F6}"/>
                </a:ext>
              </a:extLst>
            </p:cNvPr>
            <p:cNvCxnSpPr>
              <a:cxnSpLocks/>
            </p:cNvCxnSpPr>
            <p:nvPr/>
          </p:nvCxnSpPr>
          <p:spPr>
            <a:xfrm>
              <a:off x="2968084" y="2657784"/>
              <a:ext cx="824260" cy="328675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0335693-56D3-00F7-A233-E55618DAC06C}"/>
                </a:ext>
              </a:extLst>
            </p:cNvPr>
            <p:cNvSpPr txBox="1"/>
            <p:nvPr/>
          </p:nvSpPr>
          <p:spPr>
            <a:xfrm>
              <a:off x="4763431" y="3246787"/>
              <a:ext cx="1332570" cy="11428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1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Proud Lake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F78640A-DDCD-B72C-6079-122FDAE07E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09326" y="2657784"/>
              <a:ext cx="166339" cy="589002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AC613DE-7E7B-904A-53A0-955196EF20B5}"/>
                </a:ext>
              </a:extLst>
            </p:cNvPr>
            <p:cNvSpPr txBox="1"/>
            <p:nvPr/>
          </p:nvSpPr>
          <p:spPr>
            <a:xfrm>
              <a:off x="1895708" y="1100119"/>
              <a:ext cx="1803709" cy="6217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1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Highland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9D29076-81D6-85C2-A67F-07349C01EEE0}"/>
                </a:ext>
              </a:extLst>
            </p:cNvPr>
            <p:cNvCxnSpPr>
              <a:cxnSpLocks/>
            </p:cNvCxnSpPr>
            <p:nvPr/>
          </p:nvCxnSpPr>
          <p:spPr>
            <a:xfrm>
              <a:off x="3568390" y="1582371"/>
              <a:ext cx="959005" cy="250073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ECCC7F3-51B6-9B1E-A972-8081A62B9118}"/>
                </a:ext>
              </a:extLst>
            </p:cNvPr>
            <p:cNvSpPr txBox="1"/>
            <p:nvPr/>
          </p:nvSpPr>
          <p:spPr>
            <a:xfrm>
              <a:off x="5504986" y="1970796"/>
              <a:ext cx="1531433" cy="11428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1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Pontiac Lake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44945958-4DED-0CCD-49C6-F78FD4D4E8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35858" y="1657274"/>
              <a:ext cx="259265" cy="313522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0A05D0D-F976-F97D-56EE-7648C270A3DE}"/>
                </a:ext>
              </a:extLst>
            </p:cNvPr>
            <p:cNvSpPr txBox="1"/>
            <p:nvPr/>
          </p:nvSpPr>
          <p:spPr>
            <a:xfrm>
              <a:off x="3345828" y="-45708"/>
              <a:ext cx="1476606" cy="11428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1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Indian Springs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6579175B-177C-45AA-EAAA-5779C579477B}"/>
                </a:ext>
              </a:extLst>
            </p:cNvPr>
            <p:cNvCxnSpPr>
              <a:cxnSpLocks/>
            </p:cNvCxnSpPr>
            <p:nvPr/>
          </p:nvCxnSpPr>
          <p:spPr>
            <a:xfrm>
              <a:off x="4752509" y="847493"/>
              <a:ext cx="323156" cy="382789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98864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FF600C8-DDB3-55FB-DB9F-8F220CC607B5}"/>
              </a:ext>
            </a:extLst>
          </p:cNvPr>
          <p:cNvGrpSpPr/>
          <p:nvPr/>
        </p:nvGrpSpPr>
        <p:grpSpPr>
          <a:xfrm>
            <a:off x="214838" y="121635"/>
            <a:ext cx="6049823" cy="3779454"/>
            <a:chOff x="0" y="-45708"/>
            <a:chExt cx="11050859" cy="690370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3DCFE33-6131-37E5-EF7C-0C61F49BB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4765"/>
              <a:ext cx="11050859" cy="686276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B91D0F5-267D-5B90-5C42-3C854DA6F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41834" y="106747"/>
              <a:ext cx="2408664" cy="2951248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259B815-BCE0-DA0F-D7A1-2BD163EEF067}"/>
                </a:ext>
              </a:extLst>
            </p:cNvPr>
            <p:cNvCxnSpPr>
              <a:cxnSpLocks/>
            </p:cNvCxnSpPr>
            <p:nvPr/>
          </p:nvCxnSpPr>
          <p:spPr>
            <a:xfrm>
              <a:off x="1315844" y="3702205"/>
              <a:ext cx="702527" cy="802888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01FD689-D96A-9C90-D439-A3CBD35E3912}"/>
                </a:ext>
              </a:extLst>
            </p:cNvPr>
            <p:cNvSpPr txBox="1"/>
            <p:nvPr/>
          </p:nvSpPr>
          <p:spPr>
            <a:xfrm>
              <a:off x="366130" y="2821256"/>
              <a:ext cx="1750740" cy="9596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48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Hudson Mills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E3949EF-52C1-1EF3-B611-1F72A42FD5E2}"/>
                </a:ext>
              </a:extLst>
            </p:cNvPr>
            <p:cNvSpPr txBox="1"/>
            <p:nvPr/>
          </p:nvSpPr>
          <p:spPr>
            <a:xfrm>
              <a:off x="3334212" y="4181710"/>
              <a:ext cx="1449660" cy="9596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48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Island Lake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716C836-200E-F57A-8DD6-45321321C6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46088" y="3454358"/>
              <a:ext cx="100361" cy="794257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EE90897-5B2F-7FE5-226F-D9DBC3A2947C}"/>
                </a:ext>
              </a:extLst>
            </p:cNvPr>
            <p:cNvSpPr txBox="1"/>
            <p:nvPr/>
          </p:nvSpPr>
          <p:spPr>
            <a:xfrm>
              <a:off x="931128" y="2233920"/>
              <a:ext cx="2174488" cy="5621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48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Kensington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6687147-00C7-112E-DDFF-33E5A38DEBA5}"/>
                </a:ext>
              </a:extLst>
            </p:cNvPr>
            <p:cNvCxnSpPr>
              <a:cxnSpLocks/>
            </p:cNvCxnSpPr>
            <p:nvPr/>
          </p:nvCxnSpPr>
          <p:spPr>
            <a:xfrm>
              <a:off x="2968084" y="2657784"/>
              <a:ext cx="824260" cy="328675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4D09C67-4E53-1CAB-80E4-6AC9AE4CB63D}"/>
                </a:ext>
              </a:extLst>
            </p:cNvPr>
            <p:cNvSpPr txBox="1"/>
            <p:nvPr/>
          </p:nvSpPr>
          <p:spPr>
            <a:xfrm>
              <a:off x="4763429" y="3246785"/>
              <a:ext cx="1332571" cy="9596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48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Proud Lake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18ED6DF-9E53-1E56-29FD-3C592ADFF1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09326" y="2657784"/>
              <a:ext cx="166339" cy="589002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A30F5EB-552E-23CC-D0AF-272639028D9B}"/>
                </a:ext>
              </a:extLst>
            </p:cNvPr>
            <p:cNvSpPr txBox="1"/>
            <p:nvPr/>
          </p:nvSpPr>
          <p:spPr>
            <a:xfrm>
              <a:off x="1895705" y="1100117"/>
              <a:ext cx="1803709" cy="5621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48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Highland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CA3492C-1717-4068-D977-FC623137596B}"/>
                </a:ext>
              </a:extLst>
            </p:cNvPr>
            <p:cNvCxnSpPr>
              <a:cxnSpLocks/>
            </p:cNvCxnSpPr>
            <p:nvPr/>
          </p:nvCxnSpPr>
          <p:spPr>
            <a:xfrm>
              <a:off x="3568390" y="1582371"/>
              <a:ext cx="959005" cy="250073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BCA0FCA-F4E9-DC6D-9D0E-9AE7447CDF12}"/>
                </a:ext>
              </a:extLst>
            </p:cNvPr>
            <p:cNvSpPr txBox="1"/>
            <p:nvPr/>
          </p:nvSpPr>
          <p:spPr>
            <a:xfrm>
              <a:off x="5504984" y="1970798"/>
              <a:ext cx="1531434" cy="9596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48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Pontiac Lake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AE43927-42FC-6EBF-48B1-86B25975CC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35858" y="1657274"/>
              <a:ext cx="259265" cy="313522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ABF31F4-AE94-97A6-DF2F-B08425516443}"/>
                </a:ext>
              </a:extLst>
            </p:cNvPr>
            <p:cNvSpPr txBox="1"/>
            <p:nvPr/>
          </p:nvSpPr>
          <p:spPr>
            <a:xfrm>
              <a:off x="3345828" y="-45708"/>
              <a:ext cx="1476607" cy="9596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48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Indian Springs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68C85EB-C354-99B0-26D4-4742B2D530D8}"/>
                </a:ext>
              </a:extLst>
            </p:cNvPr>
            <p:cNvCxnSpPr>
              <a:cxnSpLocks/>
            </p:cNvCxnSpPr>
            <p:nvPr/>
          </p:nvCxnSpPr>
          <p:spPr>
            <a:xfrm>
              <a:off x="4752509" y="847493"/>
              <a:ext cx="323156" cy="382789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2" name="Picture 21" descr="A diagram of a circle with arrows and circles&#10;&#10;AI-generated content may be incorrect.">
            <a:extLst>
              <a:ext uri="{FF2B5EF4-FFF2-40B4-BE49-F238E27FC236}">
                <a16:creationId xmlns:a16="http://schemas.microsoft.com/office/drawing/2014/main" id="{6C9C4AE0-7B2C-A09E-7373-82DD66B50C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316" y="135473"/>
            <a:ext cx="4302120" cy="377249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5BBD61E-32DE-AC9E-B967-DCABE5235DBF}"/>
              </a:ext>
            </a:extLst>
          </p:cNvPr>
          <p:cNvSpPr txBox="1"/>
          <p:nvPr/>
        </p:nvSpPr>
        <p:spPr>
          <a:xfrm>
            <a:off x="214839" y="145377"/>
            <a:ext cx="395961" cy="490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8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5BB292-7F36-76BA-D34B-8C939639C181}"/>
              </a:ext>
            </a:extLst>
          </p:cNvPr>
          <p:cNvSpPr txBox="1"/>
          <p:nvPr/>
        </p:nvSpPr>
        <p:spPr>
          <a:xfrm>
            <a:off x="6327996" y="126967"/>
            <a:ext cx="379158" cy="490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8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146387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26</Words>
  <Application>Microsoft Office PowerPoint</Application>
  <PresentationFormat>Custom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Tayal</dc:creator>
  <cp:lastModifiedBy>Aaron Tayal</cp:lastModifiedBy>
  <cp:revision>1</cp:revision>
  <dcterms:created xsi:type="dcterms:W3CDTF">2025-03-10T17:49:27Z</dcterms:created>
  <dcterms:modified xsi:type="dcterms:W3CDTF">2025-07-30T15:14:42Z</dcterms:modified>
</cp:coreProperties>
</file>